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AD425-8D32-4FE1-9BDC-6A46728231DC}" type="datetimeFigureOut">
              <a:rPr lang="en-US" smtClean="0"/>
              <a:t>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EEB-3A10-483E-9D6E-D2F750E23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9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AD425-8D32-4FE1-9BDC-6A46728231DC}" type="datetimeFigureOut">
              <a:rPr lang="en-US" smtClean="0"/>
              <a:t>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EEB-3A10-483E-9D6E-D2F750E23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2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AD425-8D32-4FE1-9BDC-6A46728231DC}" type="datetimeFigureOut">
              <a:rPr lang="en-US" smtClean="0"/>
              <a:t>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EEB-3A10-483E-9D6E-D2F750E23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44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AD425-8D32-4FE1-9BDC-6A46728231DC}" type="datetimeFigureOut">
              <a:rPr lang="en-US" smtClean="0"/>
              <a:t>2/3/2020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EEB-3A10-483E-9D6E-D2F750E23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87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AD425-8D32-4FE1-9BDC-6A46728231DC}" type="datetimeFigureOut">
              <a:rPr lang="en-US" smtClean="0"/>
              <a:t>2/3/2020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EEB-3A10-483E-9D6E-D2F750E23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786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AD425-8D32-4FE1-9BDC-6A46728231DC}" type="datetimeFigureOut">
              <a:rPr lang="en-US" smtClean="0"/>
              <a:t>2/3/2020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EEB-3A10-483E-9D6E-D2F750E23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982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AD425-8D32-4FE1-9BDC-6A46728231DC}" type="datetimeFigureOut">
              <a:rPr lang="en-US" smtClean="0"/>
              <a:t>2/3/2020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EEB-3A10-483E-9D6E-D2F750E23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41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AD425-8D32-4FE1-9BDC-6A46728231DC}" type="datetimeFigureOut">
              <a:rPr lang="en-US" smtClean="0"/>
              <a:t>2/3/2020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EEB-3A10-483E-9D6E-D2F750E23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8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AD425-8D32-4FE1-9BDC-6A46728231DC}" type="datetimeFigureOut">
              <a:rPr lang="en-US" smtClean="0"/>
              <a:t>2/3/2020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EEB-3A10-483E-9D6E-D2F750E23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306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AD425-8D32-4FE1-9BDC-6A46728231DC}" type="datetimeFigureOut">
              <a:rPr lang="en-US" smtClean="0"/>
              <a:t>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EEB-3A10-483E-9D6E-D2F750E23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43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AD425-8D32-4FE1-9BDC-6A46728231DC}" type="datetimeFigureOut">
              <a:rPr lang="en-US" smtClean="0"/>
              <a:t>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BCEEB-3A10-483E-9D6E-D2F750E23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18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AD425-8D32-4FE1-9BDC-6A46728231DC}" type="datetimeFigureOut">
              <a:rPr lang="en-US" smtClean="0"/>
              <a:t>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BCEEB-3A10-483E-9D6E-D2F750E23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110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972" y="0"/>
            <a:ext cx="67240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221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972" y="0"/>
            <a:ext cx="67240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761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972" y="0"/>
            <a:ext cx="67240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038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649" y="0"/>
            <a:ext cx="83247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412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649" y="0"/>
            <a:ext cx="83247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787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741" y="0"/>
            <a:ext cx="82845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00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51199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270" y="0"/>
            <a:ext cx="4667994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938" y="296227"/>
            <a:ext cx="4180523" cy="313277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961" y="3429000"/>
            <a:ext cx="3800475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73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hrsem</dc:creator>
  <cp:lastModifiedBy>hrsem</cp:lastModifiedBy>
  <cp:revision>2</cp:revision>
  <dcterms:created xsi:type="dcterms:W3CDTF">2020-02-03T20:39:39Z</dcterms:created>
  <dcterms:modified xsi:type="dcterms:W3CDTF">2020-02-03T20:53:56Z</dcterms:modified>
</cp:coreProperties>
</file>