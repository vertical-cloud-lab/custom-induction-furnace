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0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2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3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46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0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7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4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80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5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3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9BCD8-1685-4336-85FD-D51A0BB51005}" type="datetimeFigureOut">
              <a:rPr lang="en-US" smtClean="0"/>
              <a:t>1/22/2020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50B14-783D-4A0A-ABC0-BE195F00F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Straight Arrow Connector 101"/>
          <p:cNvCxnSpPr/>
          <p:nvPr/>
        </p:nvCxnSpPr>
        <p:spPr>
          <a:xfrm flipV="1">
            <a:off x="4442375" y="4348879"/>
            <a:ext cx="0" cy="5932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18" t="19383" r="16444" b="20568"/>
          <a:stretch/>
        </p:blipFill>
        <p:spPr>
          <a:xfrm rot="5400000">
            <a:off x="7670801" y="1015998"/>
            <a:ext cx="3088640" cy="30886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0" t="8105" r="5256" b="23154"/>
          <a:stretch/>
        </p:blipFill>
        <p:spPr>
          <a:xfrm rot="5400000">
            <a:off x="4654088" y="1087926"/>
            <a:ext cx="3088641" cy="29447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3" t="9103" r="16247" b="14199"/>
          <a:stretch/>
        </p:blipFill>
        <p:spPr>
          <a:xfrm rot="5400000">
            <a:off x="1547169" y="925790"/>
            <a:ext cx="3088642" cy="32690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41743" y="1015992"/>
            <a:ext cx="1899494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Top Powder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95450" y="1015992"/>
            <a:ext cx="2405916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Middle Powder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79590" y="1015996"/>
            <a:ext cx="2471062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Bottom</a:t>
            </a:r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Powder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84" name="Group 83"/>
          <p:cNvGrpSpPr/>
          <p:nvPr/>
        </p:nvGrpSpPr>
        <p:grpSpPr>
          <a:xfrm>
            <a:off x="3469474" y="4453647"/>
            <a:ext cx="1937094" cy="1418977"/>
            <a:chOff x="5378711" y="4786751"/>
            <a:chExt cx="1089138" cy="797825"/>
          </a:xfrm>
        </p:grpSpPr>
        <p:grpSp>
          <p:nvGrpSpPr>
            <p:cNvPr id="46" name="Group 45"/>
            <p:cNvGrpSpPr/>
            <p:nvPr/>
          </p:nvGrpSpPr>
          <p:grpSpPr>
            <a:xfrm>
              <a:off x="5378711" y="5019423"/>
              <a:ext cx="1082852" cy="565153"/>
              <a:chOff x="2141742" y="4907280"/>
              <a:chExt cx="1576817" cy="822960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2141743" y="4907280"/>
                <a:ext cx="337297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2141742" y="4907280"/>
                <a:ext cx="0" cy="82296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718559" y="4907280"/>
                <a:ext cx="0" cy="82296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2141742" y="5730240"/>
                <a:ext cx="52017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3198381" y="5730240"/>
                <a:ext cx="52017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2661920" y="5593080"/>
                <a:ext cx="0" cy="13716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198381" y="5593080"/>
                <a:ext cx="0" cy="13716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2661920" y="5593080"/>
                <a:ext cx="536461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3381262" y="4907280"/>
                <a:ext cx="337297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2487182" y="4907280"/>
                <a:ext cx="0" cy="57404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3381262" y="4907280"/>
                <a:ext cx="0" cy="57404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2487182" y="5481320"/>
                <a:ext cx="902222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/>
            <p:cNvGrpSpPr/>
            <p:nvPr/>
          </p:nvGrpSpPr>
          <p:grpSpPr>
            <a:xfrm>
              <a:off x="5383607" y="4786751"/>
              <a:ext cx="1084242" cy="435377"/>
              <a:chOff x="2672094" y="4949952"/>
              <a:chExt cx="1578841" cy="633984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>
                <a:off x="3265424" y="4960112"/>
                <a:ext cx="0" cy="46329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3645436" y="4949952"/>
                <a:ext cx="0" cy="46939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2672094" y="4956048"/>
                <a:ext cx="0" cy="29870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4244862" y="4949952"/>
                <a:ext cx="0" cy="3048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2672094" y="5254752"/>
                <a:ext cx="419396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2672094" y="4956048"/>
                <a:ext cx="59333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3831539" y="5254752"/>
                <a:ext cx="419396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093536" y="5254752"/>
                <a:ext cx="0" cy="32918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3831539" y="5254752"/>
                <a:ext cx="0" cy="32918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3091490" y="5583936"/>
                <a:ext cx="740049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3265424" y="5423408"/>
                <a:ext cx="380012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645436" y="4949952"/>
                <a:ext cx="59333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0" name="Straight Connector 79"/>
          <p:cNvCxnSpPr/>
          <p:nvPr/>
        </p:nvCxnSpPr>
        <p:spPr>
          <a:xfrm>
            <a:off x="4016112" y="5533364"/>
            <a:ext cx="87820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4016112" y="5468312"/>
            <a:ext cx="87820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224555" y="5500838"/>
            <a:ext cx="472881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602496" y="4393775"/>
            <a:ext cx="72468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6602493" y="4767913"/>
            <a:ext cx="72468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6602494" y="5530926"/>
            <a:ext cx="724689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6602493" y="5127293"/>
            <a:ext cx="724689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7418080" y="4174707"/>
            <a:ext cx="200407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Graphite Crucible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7418080" y="4548096"/>
            <a:ext cx="163346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Alumina Plate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7420420" y="4894030"/>
            <a:ext cx="81439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Nickel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7421712" y="5298342"/>
            <a:ext cx="172515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Induction Coils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2974340" y="4668015"/>
            <a:ext cx="2927362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974340" y="5173978"/>
            <a:ext cx="2927362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974340" y="5716083"/>
            <a:ext cx="2927362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6602493" y="5878284"/>
            <a:ext cx="7246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7426268" y="5667265"/>
            <a:ext cx="265572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IR Signal (to pyrometer)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54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349" y="804444"/>
            <a:ext cx="9303302" cy="52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9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19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Sterling Baird</dc:creator>
  <cp:lastModifiedBy>Sterling Baird</cp:lastModifiedBy>
  <cp:revision>4</cp:revision>
  <dcterms:created xsi:type="dcterms:W3CDTF">2020-01-22T08:43:18Z</dcterms:created>
  <dcterms:modified xsi:type="dcterms:W3CDTF">2020-01-22T11:03:52Z</dcterms:modified>
</cp:coreProperties>
</file>