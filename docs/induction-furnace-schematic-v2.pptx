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155"/>
          <p:cNvSpPr/>
          <p:nvPr/>
        </p:nvSpPr>
        <p:spPr>
          <a:xfrm>
            <a:off x="7717536" y="7589520"/>
            <a:ext cx="100584" cy="1037844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Turbo Pumping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Station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Pyrometer Housing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703320"/>
            <a:ext cx="0" cy="10755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703320"/>
            <a:ext cx="0" cy="10820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3931920"/>
            <a:ext cx="1250663" cy="64008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(to ceiling)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703320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356616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3657600" y="608076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336792" y="8643531"/>
            <a:ext cx="146304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Support Stand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4974336" y="597103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4974336" y="6318504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937760" y="6309360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937760" y="6565392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3931920" y="6903720"/>
            <a:ext cx="0" cy="868680"/>
          </a:xfrm>
          <a:custGeom>
            <a:avLst/>
            <a:gdLst/>
            <a:ahLst/>
            <a:cxnLst/>
            <a:rect l="l" t="t" r="r" b="b"/>
            <a:pathLst>
              <a:path w="0" h="868680">
                <a:moveTo>
                  <a:pt x="0" y="868680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80560" y="6684264"/>
            <a:ext cx="1874520" cy="310896"/>
          </a:xfrm>
          <a:custGeom>
            <a:avLst/>
            <a:gdLst/>
            <a:ahLst/>
            <a:cxnLst/>
            <a:rect l="l" t="t" r="r" b="b"/>
            <a:pathLst>
              <a:path w="1874520" h="310896">
                <a:moveTo>
                  <a:pt x="0" y="219456"/>
                </a:moveTo>
                <a:lnTo>
                  <a:pt x="0" y="310896"/>
                </a:lnTo>
                <a:lnTo>
                  <a:pt x="1874520" y="310896"/>
                </a:lnTo>
                <a:lnTo>
                  <a:pt x="187452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956048" y="6684264"/>
            <a:ext cx="1627632" cy="1271015"/>
          </a:xfrm>
          <a:custGeom>
            <a:avLst/>
            <a:gdLst/>
            <a:ahLst/>
            <a:cxnLst/>
            <a:rect l="l" t="t" r="r" b="b"/>
            <a:pathLst>
              <a:path w="1627632" h="1271015">
                <a:moveTo>
                  <a:pt x="1627632" y="0"/>
                </a:moveTo>
                <a:lnTo>
                  <a:pt x="1627632" y="402336"/>
                </a:lnTo>
                <a:lnTo>
                  <a:pt x="137160" y="402336"/>
                </a:lnTo>
                <a:lnTo>
                  <a:pt x="137160" y="1271015"/>
                </a:lnTo>
                <a:lnTo>
                  <a:pt x="0" y="1271015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194560" y="7296912"/>
            <a:ext cx="1691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1F6FC4"/>
                </a:solidFill>
              </a:rPr>
              <a:t>Ethylene Glycol Coolant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898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4956048" y="5907024"/>
            <a:ext cx="2724912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964424" y="7589520"/>
            <a:ext cx="0" cy="228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7891272" y="7818120"/>
            <a:ext cx="146304" cy="128016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47888" y="7763256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Relief Valve</a:t>
            </a:r>
          </a:p>
        </p:txBody>
      </p:sp>
      <p:cxnSp>
        <p:nvCxnSpPr>
          <p:cNvPr id="155" name="Connector 154"/>
          <p:cNvCxnSpPr/>
          <p:nvPr/>
        </p:nvCxnSpPr>
        <p:spPr>
          <a:xfrm flipH="1">
            <a:off x="8055864" y="7882127"/>
            <a:ext cx="17373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7552944" y="8627364"/>
            <a:ext cx="45720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5720" y="4572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FFFFF"/>
                </a:solidFill>
              </a:rPr>
              <a:t>chamber-stand-marker</a:t>
            </a:r>
          </a:p>
        </p:txBody>
      </p: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