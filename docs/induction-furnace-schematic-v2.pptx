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4"/>
  </p:sldMasterIdLst>
  <p:notesMasterIdLst>
    <p:notesMasterId r:id="rId6"/>
  </p:notesMasterIdLst>
  <p:sldIdLst>
    <p:sldId id="257" r:id="rId5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A5D1"/>
    <a:srgbClr val="FE0147"/>
    <a:srgbClr val="FFFFFF"/>
    <a:srgbClr val="009B6E"/>
    <a:srgbClr val="7030A0"/>
    <a:srgbClr val="0070C0"/>
    <a:srgbClr val="A6A6A6"/>
    <a:srgbClr val="B0E4E7"/>
    <a:srgbClr val="E2D5E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065" autoAdjust="0"/>
  </p:normalViewPr>
  <p:slideViewPr>
    <p:cSldViewPr snapToGrid="0">
      <p:cViewPr>
        <p:scale>
          <a:sx n="125" d="100"/>
          <a:sy n="125" d="100"/>
        </p:scale>
        <p:origin x="254" y="-3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3F895-C0FC-4A0C-BB74-F40C9032A2D0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8E613-6EB0-43E5-9502-76425612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7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2800"/>
          </a:xfrm>
          <a:solidFill>
            <a:srgbClr val="1F497D"/>
          </a:solidFill>
        </p:spPr>
        <p:txBody>
          <a:bodyPr wrap="none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382" y="1037415"/>
            <a:ext cx="8451932" cy="619751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76EE2F-869E-4751-9631-B8E07E36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383" y="8326125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60EAEB-FA63-480E-9538-DA18345D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5"/>
            <a:ext cx="401160" cy="486833"/>
          </a:xfrm>
        </p:spPr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79EAF3-0907-4221-89B4-AE06A2B9E14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6382" y="1876702"/>
            <a:ext cx="8451932" cy="62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333139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2800"/>
          </a:xfrm>
          <a:solidFill>
            <a:srgbClr val="1F497D"/>
          </a:solidFill>
        </p:spPr>
        <p:txBody>
          <a:bodyPr wrap="none"/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382" y="8326122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31C50B-70A5-4082-8322-6E40059E2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352" y="1037415"/>
            <a:ext cx="8470961" cy="698799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05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B1F160B-C76A-4000-ACA6-A7553AE45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82032"/>
            <a:ext cx="8077200" cy="1862851"/>
          </a:xfrm>
        </p:spPr>
        <p:txBody>
          <a:bodyPr anchor="b">
            <a:noAutofit/>
          </a:bodyPr>
          <a:lstStyle>
            <a:lvl1pPr algn="ctr">
              <a:defRPr sz="4267">
                <a:latin typeface="Myriad Pr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3A761D3-9DC4-4C3A-9770-6A8E316E9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1" y="7071523"/>
            <a:ext cx="8274913" cy="1219200"/>
          </a:xfrm>
          <a:noFill/>
          <a:ln>
            <a:noFill/>
          </a:ln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sz="3200">
                <a:latin typeface="Myriad Pro" pitchFamily="34" charset="0"/>
              </a:rPr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19D2D4E-52CE-46E5-B786-B5ED135D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7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80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81" y="2279653"/>
            <a:ext cx="8451932" cy="3803649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381" y="6119286"/>
            <a:ext cx="8451932" cy="2000249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E8564EF-B9F1-480E-8AFE-D19B003A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382" y="8326122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23FDB8D-80E7-473B-9AB0-27B1D6C5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1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3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21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78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80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2800"/>
          </a:xfrm>
          <a:solidFill>
            <a:srgbClr val="1F497D"/>
          </a:solidFill>
        </p:spPr>
        <p:txBody>
          <a:bodyPr wrap="none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382" y="1037415"/>
            <a:ext cx="8451932" cy="619751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76EE2F-869E-4751-9631-B8E07E36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383" y="8326125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60EAEB-FA63-480E-9538-DA18345D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5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79EAF3-0907-4221-89B4-AE06A2B9E14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6382" y="1876702"/>
            <a:ext cx="8451932" cy="62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181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2800"/>
          </a:xfrm>
          <a:solidFill>
            <a:srgbClr val="1F497D"/>
          </a:solidFill>
        </p:spPr>
        <p:txBody>
          <a:bodyPr wrap="none"/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382" y="8326122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31C50B-70A5-4082-8322-6E40059E2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352" y="1037415"/>
            <a:ext cx="8470961" cy="698799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5970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B1F160B-C76A-4000-ACA6-A7553AE45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82032"/>
            <a:ext cx="8077200" cy="1862851"/>
          </a:xfrm>
        </p:spPr>
        <p:txBody>
          <a:bodyPr anchor="b">
            <a:noAutofit/>
          </a:bodyPr>
          <a:lstStyle>
            <a:lvl1pPr algn="ctr">
              <a:defRPr sz="4267">
                <a:latin typeface="Myriad Pr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3A761D3-9DC4-4C3A-9770-6A8E316E9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1" y="7071523"/>
            <a:ext cx="8274913" cy="1219200"/>
          </a:xfrm>
          <a:noFill/>
          <a:ln>
            <a:noFill/>
          </a:ln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sz="3200">
                <a:latin typeface="Myriad Pro" pitchFamily="34" charset="0"/>
              </a:rPr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19D2D4E-52CE-46E5-B786-B5ED135D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75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7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660" r:id="rId14"/>
    <p:sldLayoutId id="2147483673" r:id="rId15"/>
    <p:sldLayoutId id="2147483662" r:id="rId16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37"/>
          <p:cNvSpPr/>
          <p:nvPr/>
        </p:nvSpPr>
        <p:spPr>
          <a:xfrm>
            <a:off x="6748272" y="6665976"/>
            <a:ext cx="118872" cy="1965960"/>
          </a:xfrm>
          <a:prstGeom prst="rect">
            <a:avLst/>
          </a:prstGeom>
          <a:solidFill>
            <a:srgbClr val="A6A6A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D8E82-4F34-9212-20FD-DBAAA65B97A1}"/>
              </a:ext>
            </a:extLst>
          </p:cNvPr>
          <p:cNvSpPr/>
          <p:nvPr/>
        </p:nvSpPr>
        <p:spPr>
          <a:xfrm>
            <a:off x="5256737" y="7845883"/>
            <a:ext cx="1456944" cy="79522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lang="en-US" dirty="0" sz="1100">
                <a:solidFill>
                  <a:schemeClr val="tx1"/>
                </a:solidFill>
              </a:rPr>
              <a:t>T-Station 85</a:t>
            </a:r>
          </a:p>
          <a:p>
            <a:pPr algn="ctr"/>
            <a:r>
              <a:rPr lang="en-US" dirty="0" sz="1100">
                <a:solidFill>
                  <a:schemeClr val="tx1"/>
                </a:solidFill>
              </a:rPr>
              <a:t>(Pump)</a:t>
            </a:r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E5FAA4EA-3140-8ADE-3D81-3C406B124C42}"/>
              </a:ext>
            </a:extLst>
          </p:cNvPr>
          <p:cNvSpPr/>
          <p:nvPr/>
        </p:nvSpPr>
        <p:spPr>
          <a:xfrm>
            <a:off x="5876827" y="7454164"/>
            <a:ext cx="752684" cy="771986"/>
          </a:xfrm>
          <a:prstGeom prst="blockArc">
            <a:avLst>
              <a:gd name="adj1" fmla="val 10800000"/>
              <a:gd name="adj2" fmla="val 17246896"/>
              <a:gd name="adj3" fmla="val 2502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9C93BF-4474-D016-43AD-ED49FD2E6BB8}"/>
              </a:ext>
            </a:extLst>
          </p:cNvPr>
          <p:cNvSpPr/>
          <p:nvPr/>
        </p:nvSpPr>
        <p:spPr>
          <a:xfrm rot="877597">
            <a:off x="6333795" y="7625822"/>
            <a:ext cx="1209285" cy="1870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1FE3DFE5-B1DD-C46B-CD1C-31F98F34C6D2}"/>
              </a:ext>
            </a:extLst>
          </p:cNvPr>
          <p:cNvSpPr/>
          <p:nvPr/>
        </p:nvSpPr>
        <p:spPr>
          <a:xfrm rot="10800000">
            <a:off x="7169700" y="7214533"/>
            <a:ext cx="752684" cy="752684"/>
          </a:xfrm>
          <a:prstGeom prst="blockArc">
            <a:avLst>
              <a:gd name="adj1" fmla="val 10800000"/>
              <a:gd name="adj2" fmla="val 16724555"/>
              <a:gd name="adj3" fmla="val 2435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020826-4771-B8AC-169B-1D414580453A}"/>
              </a:ext>
            </a:extLst>
          </p:cNvPr>
          <p:cNvCxnSpPr>
            <a:cxnSpLocks/>
          </p:cNvCxnSpPr>
          <p:nvPr/>
        </p:nvCxnSpPr>
        <p:spPr>
          <a:xfrm>
            <a:off x="7664248" y="6422108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77BB80-B990-CCF4-0A3D-497AA807CF93}"/>
              </a:ext>
            </a:extLst>
          </p:cNvPr>
          <p:cNvCxnSpPr>
            <a:cxnSpLocks/>
          </p:cNvCxnSpPr>
          <p:nvPr/>
        </p:nvCxnSpPr>
        <p:spPr>
          <a:xfrm>
            <a:off x="7664248" y="6476399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B6DAAE-80EA-F383-5826-4C661650974D}"/>
              </a:ext>
            </a:extLst>
          </p:cNvPr>
          <p:cNvCxnSpPr>
            <a:cxnSpLocks/>
          </p:cNvCxnSpPr>
          <p:nvPr/>
        </p:nvCxnSpPr>
        <p:spPr>
          <a:xfrm>
            <a:off x="7664248" y="6530688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51236E-F8FC-FE67-B63A-4CF8DD85225A}"/>
              </a:ext>
            </a:extLst>
          </p:cNvPr>
          <p:cNvSpPr/>
          <p:nvPr/>
        </p:nvSpPr>
        <p:spPr>
          <a:xfrm>
            <a:off x="7675446" y="7041773"/>
            <a:ext cx="336167" cy="5495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28466-FBAF-812B-21B3-ECA5D6E570E0}"/>
              </a:ext>
            </a:extLst>
          </p:cNvPr>
          <p:cNvSpPr/>
          <p:nvPr/>
        </p:nvSpPr>
        <p:spPr>
          <a:xfrm>
            <a:off x="7480761" y="7246599"/>
            <a:ext cx="196999" cy="1451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815A0-F86B-52A4-68A8-1DE9FCB524B1}"/>
              </a:ext>
            </a:extLst>
          </p:cNvPr>
          <p:cNvSpPr/>
          <p:nvPr/>
        </p:nvSpPr>
        <p:spPr>
          <a:xfrm>
            <a:off x="7703153" y="5850419"/>
            <a:ext cx="260899" cy="11913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3B1EAC-2359-6A73-A02A-63D32889DC87}"/>
              </a:ext>
            </a:extLst>
          </p:cNvPr>
          <p:cNvSpPr/>
          <p:nvPr/>
        </p:nvSpPr>
        <p:spPr>
          <a:xfrm>
            <a:off x="7670673" y="5646391"/>
            <a:ext cx="336167" cy="2040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17C401-FA02-F1B5-9AC9-EF3B8F3BFF98}"/>
              </a:ext>
            </a:extLst>
          </p:cNvPr>
          <p:cNvSpPr/>
          <p:nvPr/>
        </p:nvSpPr>
        <p:spPr>
          <a:xfrm rot="16200000">
            <a:off x="7251262" y="4658104"/>
            <a:ext cx="1174989" cy="4244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Pyrometer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41EED7-6D97-8FDE-FB79-16AA642921A5}"/>
              </a:ext>
            </a:extLst>
          </p:cNvPr>
          <p:cNvSpPr/>
          <p:nvPr/>
        </p:nvSpPr>
        <p:spPr>
          <a:xfrm>
            <a:off x="6858895" y="7126517"/>
            <a:ext cx="618624" cy="3800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Pressure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Sensor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F7F633-8461-4C9B-2926-66B6B3B5FD13}"/>
              </a:ext>
            </a:extLst>
          </p:cNvPr>
          <p:cNvSpPr/>
          <p:nvPr/>
        </p:nvSpPr>
        <p:spPr>
          <a:xfrm>
            <a:off x="5643210" y="5042232"/>
            <a:ext cx="1688621" cy="33441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Pyrometer Housing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DBCC9A-C3A9-41FB-5CF2-D16E82F24478}"/>
              </a:ext>
            </a:extLst>
          </p:cNvPr>
          <p:cNvSpPr/>
          <p:nvPr/>
        </p:nvSpPr>
        <p:spPr>
          <a:xfrm>
            <a:off x="6193602" y="5440353"/>
            <a:ext cx="1138229" cy="33441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Quartz Disc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A45783-F5B3-9715-7E23-E23D30E0512A}"/>
              </a:ext>
            </a:extLst>
          </p:cNvPr>
          <p:cNvSpPr/>
          <p:nvPr/>
        </p:nvSpPr>
        <p:spPr>
          <a:xfrm>
            <a:off x="7670672" y="5568732"/>
            <a:ext cx="336167" cy="776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1F3931-960D-4A4B-141A-A7563C89AD64}"/>
              </a:ext>
            </a:extLst>
          </p:cNvPr>
          <p:cNvSpPr/>
          <p:nvPr/>
        </p:nvSpPr>
        <p:spPr>
          <a:xfrm>
            <a:off x="7670672" y="5499251"/>
            <a:ext cx="336167" cy="632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EBD7A9-5B93-C8B4-F7F2-1F92CB28C7C2}"/>
              </a:ext>
            </a:extLst>
          </p:cNvPr>
          <p:cNvCxnSpPr>
            <a:cxnSpLocks/>
          </p:cNvCxnSpPr>
          <p:nvPr/>
        </p:nvCxnSpPr>
        <p:spPr>
          <a:xfrm flipV="1">
            <a:off x="7838755" y="3843040"/>
            <a:ext cx="0" cy="4427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BE0897-4810-E359-F71C-C7EAF6F0AFD9}"/>
              </a:ext>
            </a:extLst>
          </p:cNvPr>
          <p:cNvCxnSpPr>
            <a:stCxn id="25" idx="3"/>
          </p:cNvCxnSpPr>
          <p:nvPr/>
        </p:nvCxnSpPr>
        <p:spPr>
          <a:xfrm>
            <a:off x="7331831" y="5209439"/>
            <a:ext cx="2281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622433-EAAC-ADFA-D613-47EEF6B33356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7331831" y="5607561"/>
            <a:ext cx="3388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52ABEC5-CE21-E2FB-E088-0EF9EBB00BAF}"/>
              </a:ext>
            </a:extLst>
          </p:cNvPr>
          <p:cNvSpPr/>
          <p:nvPr/>
        </p:nvSpPr>
        <p:spPr>
          <a:xfrm>
            <a:off x="7499858" y="4705800"/>
            <a:ext cx="683490" cy="775125"/>
          </a:xfrm>
          <a:custGeom>
            <a:avLst/>
            <a:gdLst>
              <a:gd name="connsiteX0" fmla="*/ 0 w 819150"/>
              <a:gd name="connsiteY0" fmla="*/ 0 h 857250"/>
              <a:gd name="connsiteX1" fmla="*/ 152400 w 819150"/>
              <a:gd name="connsiteY1" fmla="*/ 0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819150"/>
              <a:gd name="connsiteY0" fmla="*/ 0 h 857250"/>
              <a:gd name="connsiteX1" fmla="*/ 160735 w 819150"/>
              <a:gd name="connsiteY1" fmla="*/ 25003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819150"/>
              <a:gd name="connsiteY0" fmla="*/ 0 h 857250"/>
              <a:gd name="connsiteX1" fmla="*/ 150019 w 819150"/>
              <a:gd name="connsiteY1" fmla="*/ 23813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782240"/>
              <a:gd name="connsiteY0" fmla="*/ 6430 h 845820"/>
              <a:gd name="connsiteX1" fmla="*/ 113109 w 782240"/>
              <a:gd name="connsiteY1" fmla="*/ 12383 h 845820"/>
              <a:gd name="connsiteX2" fmla="*/ 115490 w 782240"/>
              <a:gd name="connsiteY2" fmla="*/ 845820 h 845820"/>
              <a:gd name="connsiteX3" fmla="*/ 694610 w 782240"/>
              <a:gd name="connsiteY3" fmla="*/ 845820 h 845820"/>
              <a:gd name="connsiteX4" fmla="*/ 694610 w 782240"/>
              <a:gd name="connsiteY4" fmla="*/ 0 h 845820"/>
              <a:gd name="connsiteX5" fmla="*/ 782240 w 782240"/>
              <a:gd name="connsiteY5" fmla="*/ 0 h 845820"/>
              <a:gd name="connsiteX0" fmla="*/ 0 w 782240"/>
              <a:gd name="connsiteY0" fmla="*/ 13573 h 845820"/>
              <a:gd name="connsiteX1" fmla="*/ 113109 w 782240"/>
              <a:gd name="connsiteY1" fmla="*/ 12383 h 845820"/>
              <a:gd name="connsiteX2" fmla="*/ 115490 w 782240"/>
              <a:gd name="connsiteY2" fmla="*/ 845820 h 845820"/>
              <a:gd name="connsiteX3" fmla="*/ 694610 w 782240"/>
              <a:gd name="connsiteY3" fmla="*/ 845820 h 845820"/>
              <a:gd name="connsiteX4" fmla="*/ 694610 w 782240"/>
              <a:gd name="connsiteY4" fmla="*/ 0 h 845820"/>
              <a:gd name="connsiteX5" fmla="*/ 782240 w 782240"/>
              <a:gd name="connsiteY5" fmla="*/ 0 h 845820"/>
              <a:gd name="connsiteX0" fmla="*/ 0 w 782240"/>
              <a:gd name="connsiteY0" fmla="*/ 23811 h 856058"/>
              <a:gd name="connsiteX1" fmla="*/ 110728 w 782240"/>
              <a:gd name="connsiteY1" fmla="*/ 0 h 856058"/>
              <a:gd name="connsiteX2" fmla="*/ 115490 w 782240"/>
              <a:gd name="connsiteY2" fmla="*/ 856058 h 856058"/>
              <a:gd name="connsiteX3" fmla="*/ 694610 w 782240"/>
              <a:gd name="connsiteY3" fmla="*/ 856058 h 856058"/>
              <a:gd name="connsiteX4" fmla="*/ 694610 w 782240"/>
              <a:gd name="connsiteY4" fmla="*/ 10238 h 856058"/>
              <a:gd name="connsiteX5" fmla="*/ 782240 w 782240"/>
              <a:gd name="connsiteY5" fmla="*/ 10238 h 856058"/>
              <a:gd name="connsiteX0" fmla="*/ 0 w 760809"/>
              <a:gd name="connsiteY0" fmla="*/ 8333 h 856058"/>
              <a:gd name="connsiteX1" fmla="*/ 89297 w 760809"/>
              <a:gd name="connsiteY1" fmla="*/ 0 h 856058"/>
              <a:gd name="connsiteX2" fmla="*/ 94059 w 760809"/>
              <a:gd name="connsiteY2" fmla="*/ 856058 h 856058"/>
              <a:gd name="connsiteX3" fmla="*/ 673179 w 760809"/>
              <a:gd name="connsiteY3" fmla="*/ 856058 h 856058"/>
              <a:gd name="connsiteX4" fmla="*/ 673179 w 760809"/>
              <a:gd name="connsiteY4" fmla="*/ 10238 h 856058"/>
              <a:gd name="connsiteX5" fmla="*/ 760809 w 760809"/>
              <a:gd name="connsiteY5" fmla="*/ 10238 h 856058"/>
              <a:gd name="connsiteX0" fmla="*/ 0 w 752474"/>
              <a:gd name="connsiteY0" fmla="*/ 0 h 862013"/>
              <a:gd name="connsiteX1" fmla="*/ 80962 w 752474"/>
              <a:gd name="connsiteY1" fmla="*/ 5955 h 862013"/>
              <a:gd name="connsiteX2" fmla="*/ 85724 w 752474"/>
              <a:gd name="connsiteY2" fmla="*/ 862013 h 862013"/>
              <a:gd name="connsiteX3" fmla="*/ 664844 w 752474"/>
              <a:gd name="connsiteY3" fmla="*/ 862013 h 862013"/>
              <a:gd name="connsiteX4" fmla="*/ 664844 w 752474"/>
              <a:gd name="connsiteY4" fmla="*/ 16193 h 862013"/>
              <a:gd name="connsiteX5" fmla="*/ 752474 w 752474"/>
              <a:gd name="connsiteY5" fmla="*/ 16193 h 862013"/>
              <a:gd name="connsiteX0" fmla="*/ 0 w 754855"/>
              <a:gd name="connsiteY0" fmla="*/ 1188 h 856058"/>
              <a:gd name="connsiteX1" fmla="*/ 83343 w 754855"/>
              <a:gd name="connsiteY1" fmla="*/ 0 h 856058"/>
              <a:gd name="connsiteX2" fmla="*/ 88105 w 754855"/>
              <a:gd name="connsiteY2" fmla="*/ 856058 h 856058"/>
              <a:gd name="connsiteX3" fmla="*/ 667225 w 754855"/>
              <a:gd name="connsiteY3" fmla="*/ 856058 h 856058"/>
              <a:gd name="connsiteX4" fmla="*/ 667225 w 754855"/>
              <a:gd name="connsiteY4" fmla="*/ 10238 h 856058"/>
              <a:gd name="connsiteX5" fmla="*/ 754855 w 754855"/>
              <a:gd name="connsiteY5" fmla="*/ 10238 h 8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4855" h="856058">
                <a:moveTo>
                  <a:pt x="0" y="1188"/>
                </a:moveTo>
                <a:lnTo>
                  <a:pt x="83343" y="0"/>
                </a:lnTo>
                <a:cubicBezTo>
                  <a:pt x="80565" y="277416"/>
                  <a:pt x="90883" y="578642"/>
                  <a:pt x="88105" y="856058"/>
                </a:cubicBezTo>
                <a:lnTo>
                  <a:pt x="667225" y="856058"/>
                </a:lnTo>
                <a:lnTo>
                  <a:pt x="667225" y="10238"/>
                </a:lnTo>
                <a:lnTo>
                  <a:pt x="754855" y="10238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4DCB16-9134-42B7-1D99-1D4A5DC98341}"/>
              </a:ext>
            </a:extLst>
          </p:cNvPr>
          <p:cNvCxnSpPr>
            <a:cxnSpLocks/>
          </p:cNvCxnSpPr>
          <p:nvPr/>
        </p:nvCxnSpPr>
        <p:spPr>
          <a:xfrm flipV="1">
            <a:off x="7538092" y="361969"/>
            <a:ext cx="0" cy="44169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753173-7E8C-EE4A-707A-8BF5F4B0DF95}"/>
              </a:ext>
            </a:extLst>
          </p:cNvPr>
          <p:cNvCxnSpPr>
            <a:cxnSpLocks/>
          </p:cNvCxnSpPr>
          <p:nvPr/>
        </p:nvCxnSpPr>
        <p:spPr>
          <a:xfrm flipV="1">
            <a:off x="8150441" y="361969"/>
            <a:ext cx="0" cy="44233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DD0DBC3-1862-BDA2-F12E-7F19DFB9C717}"/>
              </a:ext>
            </a:extLst>
          </p:cNvPr>
          <p:cNvSpPr/>
          <p:nvPr/>
        </p:nvSpPr>
        <p:spPr>
          <a:xfrm>
            <a:off x="6131586" y="1657044"/>
            <a:ext cx="1250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Fixturing Cables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(to ceiling)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2116829-883C-867E-8041-2DE94F462CA7}"/>
              </a:ext>
            </a:extLst>
          </p:cNvPr>
          <p:cNvCxnSpPr>
            <a:cxnSpLocks/>
          </p:cNvCxnSpPr>
          <p:nvPr/>
        </p:nvCxnSpPr>
        <p:spPr>
          <a:xfrm>
            <a:off x="5821552" y="361969"/>
            <a:ext cx="2717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72AF390-A7ED-1AD1-126A-975FACAE91D8}"/>
              </a:ext>
            </a:extLst>
          </p:cNvPr>
          <p:cNvSpPr/>
          <p:nvPr/>
        </p:nvSpPr>
        <p:spPr>
          <a:xfrm rot="803423">
            <a:off x="6292357" y="7489052"/>
            <a:ext cx="97710" cy="14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5BF8C6-2FDF-5D12-193C-0CE43A2B44EB}"/>
              </a:ext>
            </a:extLst>
          </p:cNvPr>
          <p:cNvSpPr/>
          <p:nvPr/>
        </p:nvSpPr>
        <p:spPr>
          <a:xfrm rot="803423">
            <a:off x="7450825" y="7791413"/>
            <a:ext cx="97710" cy="14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CBDDF33-2AD0-79D9-B979-4FB92C9C2985}"/>
              </a:ext>
            </a:extLst>
          </p:cNvPr>
          <p:cNvCxnSpPr>
            <a:cxnSpLocks/>
          </p:cNvCxnSpPr>
          <p:nvPr/>
        </p:nvCxnSpPr>
        <p:spPr>
          <a:xfrm>
            <a:off x="7664248" y="6259235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4AC6A6D-2F66-1CAF-50B3-CEB1F4461CA5}"/>
              </a:ext>
            </a:extLst>
          </p:cNvPr>
          <p:cNvCxnSpPr>
            <a:cxnSpLocks/>
          </p:cNvCxnSpPr>
          <p:nvPr/>
        </p:nvCxnSpPr>
        <p:spPr>
          <a:xfrm>
            <a:off x="7664248" y="6313526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B9D19E1-360F-3E0B-52FD-77FF88ACB61D}"/>
              </a:ext>
            </a:extLst>
          </p:cNvPr>
          <p:cNvCxnSpPr>
            <a:cxnSpLocks/>
          </p:cNvCxnSpPr>
          <p:nvPr/>
        </p:nvCxnSpPr>
        <p:spPr>
          <a:xfrm>
            <a:off x="7664248" y="6367817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AB76AC6-281C-B570-47F5-4BFF659499D1}"/>
              </a:ext>
            </a:extLst>
          </p:cNvPr>
          <p:cNvSpPr/>
          <p:nvPr/>
        </p:nvSpPr>
        <p:spPr>
          <a:xfrm>
            <a:off x="7107724" y="6259489"/>
            <a:ext cx="558165" cy="85725"/>
          </a:xfrm>
          <a:custGeom>
            <a:avLst/>
            <a:gdLst>
              <a:gd name="connsiteX0" fmla="*/ 558165 w 558165"/>
              <a:gd name="connsiteY0" fmla="*/ 0 h 85725"/>
              <a:gd name="connsiteX1" fmla="*/ 318135 w 558165"/>
              <a:gd name="connsiteY1" fmla="*/ 0 h 85725"/>
              <a:gd name="connsiteX2" fmla="*/ 243840 w 558165"/>
              <a:gd name="connsiteY2" fmla="*/ 3810 h 85725"/>
              <a:gd name="connsiteX3" fmla="*/ 188595 w 558165"/>
              <a:gd name="connsiteY3" fmla="*/ 19050 h 85725"/>
              <a:gd name="connsiteX4" fmla="*/ 171450 w 558165"/>
              <a:gd name="connsiteY4" fmla="*/ 24765 h 85725"/>
              <a:gd name="connsiteX5" fmla="*/ 146685 w 558165"/>
              <a:gd name="connsiteY5" fmla="*/ 38100 h 85725"/>
              <a:gd name="connsiteX6" fmla="*/ 123825 w 558165"/>
              <a:gd name="connsiteY6" fmla="*/ 51435 h 85725"/>
              <a:gd name="connsiteX7" fmla="*/ 102870 w 558165"/>
              <a:gd name="connsiteY7" fmla="*/ 64770 h 85725"/>
              <a:gd name="connsiteX8" fmla="*/ 87630 w 558165"/>
              <a:gd name="connsiteY8" fmla="*/ 74295 h 85725"/>
              <a:gd name="connsiteX9" fmla="*/ 70485 w 558165"/>
              <a:gd name="connsiteY9" fmla="*/ 80010 h 85725"/>
              <a:gd name="connsiteX10" fmla="*/ 55245 w 558165"/>
              <a:gd name="connsiteY10" fmla="*/ 80010 h 85725"/>
              <a:gd name="connsiteX11" fmla="*/ 32385 w 558165"/>
              <a:gd name="connsiteY11" fmla="*/ 85725 h 85725"/>
              <a:gd name="connsiteX12" fmla="*/ 9525 w 558165"/>
              <a:gd name="connsiteY12" fmla="*/ 85725 h 85725"/>
              <a:gd name="connsiteX13" fmla="*/ 0 w 558165"/>
              <a:gd name="connsiteY13" fmla="*/ 85725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8165" h="85725">
                <a:moveTo>
                  <a:pt x="558165" y="0"/>
                </a:moveTo>
                <a:lnTo>
                  <a:pt x="318135" y="0"/>
                </a:lnTo>
                <a:lnTo>
                  <a:pt x="243840" y="3810"/>
                </a:lnTo>
                <a:lnTo>
                  <a:pt x="188595" y="19050"/>
                </a:lnTo>
                <a:lnTo>
                  <a:pt x="171450" y="24765"/>
                </a:lnTo>
                <a:lnTo>
                  <a:pt x="146685" y="38100"/>
                </a:lnTo>
                <a:lnTo>
                  <a:pt x="123825" y="51435"/>
                </a:lnTo>
                <a:lnTo>
                  <a:pt x="102870" y="64770"/>
                </a:lnTo>
                <a:lnTo>
                  <a:pt x="87630" y="74295"/>
                </a:lnTo>
                <a:lnTo>
                  <a:pt x="70485" y="80010"/>
                </a:lnTo>
                <a:lnTo>
                  <a:pt x="55245" y="80010"/>
                </a:lnTo>
                <a:lnTo>
                  <a:pt x="32385" y="85725"/>
                </a:lnTo>
                <a:lnTo>
                  <a:pt x="9525" y="85725"/>
                </a:lnTo>
                <a:lnTo>
                  <a:pt x="0" y="8572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9CF8105-132D-9BF2-64A6-D6D6C56B5381}"/>
              </a:ext>
            </a:extLst>
          </p:cNvPr>
          <p:cNvSpPr/>
          <p:nvPr/>
        </p:nvSpPr>
        <p:spPr>
          <a:xfrm flipV="1">
            <a:off x="7110546" y="6443423"/>
            <a:ext cx="558165" cy="85725"/>
          </a:xfrm>
          <a:custGeom>
            <a:avLst/>
            <a:gdLst>
              <a:gd name="connsiteX0" fmla="*/ 558165 w 558165"/>
              <a:gd name="connsiteY0" fmla="*/ 0 h 85725"/>
              <a:gd name="connsiteX1" fmla="*/ 318135 w 558165"/>
              <a:gd name="connsiteY1" fmla="*/ 0 h 85725"/>
              <a:gd name="connsiteX2" fmla="*/ 243840 w 558165"/>
              <a:gd name="connsiteY2" fmla="*/ 3810 h 85725"/>
              <a:gd name="connsiteX3" fmla="*/ 188595 w 558165"/>
              <a:gd name="connsiteY3" fmla="*/ 19050 h 85725"/>
              <a:gd name="connsiteX4" fmla="*/ 171450 w 558165"/>
              <a:gd name="connsiteY4" fmla="*/ 24765 h 85725"/>
              <a:gd name="connsiteX5" fmla="*/ 146685 w 558165"/>
              <a:gd name="connsiteY5" fmla="*/ 38100 h 85725"/>
              <a:gd name="connsiteX6" fmla="*/ 123825 w 558165"/>
              <a:gd name="connsiteY6" fmla="*/ 51435 h 85725"/>
              <a:gd name="connsiteX7" fmla="*/ 102870 w 558165"/>
              <a:gd name="connsiteY7" fmla="*/ 64770 h 85725"/>
              <a:gd name="connsiteX8" fmla="*/ 87630 w 558165"/>
              <a:gd name="connsiteY8" fmla="*/ 74295 h 85725"/>
              <a:gd name="connsiteX9" fmla="*/ 70485 w 558165"/>
              <a:gd name="connsiteY9" fmla="*/ 80010 h 85725"/>
              <a:gd name="connsiteX10" fmla="*/ 55245 w 558165"/>
              <a:gd name="connsiteY10" fmla="*/ 80010 h 85725"/>
              <a:gd name="connsiteX11" fmla="*/ 32385 w 558165"/>
              <a:gd name="connsiteY11" fmla="*/ 85725 h 85725"/>
              <a:gd name="connsiteX12" fmla="*/ 9525 w 558165"/>
              <a:gd name="connsiteY12" fmla="*/ 85725 h 85725"/>
              <a:gd name="connsiteX13" fmla="*/ 0 w 558165"/>
              <a:gd name="connsiteY13" fmla="*/ 85725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8165" h="85725">
                <a:moveTo>
                  <a:pt x="558165" y="0"/>
                </a:moveTo>
                <a:lnTo>
                  <a:pt x="318135" y="0"/>
                </a:lnTo>
                <a:lnTo>
                  <a:pt x="243840" y="3810"/>
                </a:lnTo>
                <a:lnTo>
                  <a:pt x="188595" y="19050"/>
                </a:lnTo>
                <a:lnTo>
                  <a:pt x="171450" y="24765"/>
                </a:lnTo>
                <a:lnTo>
                  <a:pt x="146685" y="38100"/>
                </a:lnTo>
                <a:lnTo>
                  <a:pt x="123825" y="51435"/>
                </a:lnTo>
                <a:lnTo>
                  <a:pt x="102870" y="64770"/>
                </a:lnTo>
                <a:lnTo>
                  <a:pt x="87630" y="74295"/>
                </a:lnTo>
                <a:lnTo>
                  <a:pt x="70485" y="80010"/>
                </a:lnTo>
                <a:lnTo>
                  <a:pt x="55245" y="80010"/>
                </a:lnTo>
                <a:lnTo>
                  <a:pt x="32385" y="85725"/>
                </a:lnTo>
                <a:lnTo>
                  <a:pt x="9525" y="85725"/>
                </a:lnTo>
                <a:lnTo>
                  <a:pt x="0" y="8572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5D132AF-F770-D138-1F3B-EC93E82250F1}"/>
              </a:ext>
            </a:extLst>
          </p:cNvPr>
          <p:cNvSpPr/>
          <p:nvPr/>
        </p:nvSpPr>
        <p:spPr>
          <a:xfrm>
            <a:off x="6235234" y="6113717"/>
            <a:ext cx="867005" cy="5495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000000"/>
                </a:solidFill>
              </a:rPr>
              <a:t>Heating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Head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892DA67-4873-A822-85FA-91072A5CED83}"/>
              </a:ext>
            </a:extLst>
          </p:cNvPr>
          <p:cNvSpPr/>
          <p:nvPr/>
        </p:nvSpPr>
        <p:spPr>
          <a:xfrm>
            <a:off x="3566160" y="7772400"/>
            <a:ext cx="1371600" cy="8686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000000"/>
                </a:solidFill>
              </a:rPr>
              <a:t>Recirculating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Water Chiller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9A0E8DA-25AB-C43B-D796-A0108FE73C31}"/>
              </a:ext>
            </a:extLst>
          </p:cNvPr>
          <p:cNvSpPr/>
          <p:nvPr/>
        </p:nvSpPr>
        <p:spPr>
          <a:xfrm>
            <a:off x="3657600" y="6080760"/>
            <a:ext cx="1280160" cy="8229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000000"/>
                </a:solidFill>
              </a:rPr>
              <a:t>Induction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Generator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762BD26-5221-F211-6761-2EC4DB25D8FC}"/>
              </a:ext>
            </a:extLst>
          </p:cNvPr>
          <p:cNvSpPr/>
          <p:nvPr/>
        </p:nvSpPr>
        <p:spPr>
          <a:xfrm>
            <a:off x="6336792" y="8643531"/>
            <a:ext cx="146304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Support Stand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183F87C-9428-DDB3-A78B-27B5F2AAD8F3}"/>
              </a:ext>
            </a:extLst>
          </p:cNvPr>
          <p:cNvSpPr/>
          <p:nvPr/>
        </p:nvSpPr>
        <p:spPr>
          <a:xfrm>
            <a:off x="4974336" y="5971032"/>
            <a:ext cx="31290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DFB77E6-DF5A-97A0-1858-6F02B828C35B}"/>
              </a:ext>
            </a:extLst>
          </p:cNvPr>
          <p:cNvSpPr/>
          <p:nvPr/>
        </p:nvSpPr>
        <p:spPr>
          <a:xfrm>
            <a:off x="4974336" y="6318504"/>
            <a:ext cx="2952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5" name="Connector 134"/>
          <p:cNvCxnSpPr/>
          <p:nvPr/>
        </p:nvCxnSpPr>
        <p:spPr>
          <a:xfrm>
            <a:off x="4937760" y="6309360"/>
            <a:ext cx="1298448" cy="0"/>
          </a:xfrm>
          <a:prstGeom prst="line">
            <a:avLst/>
          </a:prstGeom>
          <a:ln w="2540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937760" y="6565392"/>
            <a:ext cx="1298448" cy="0"/>
          </a:xfrm>
          <a:prstGeom prst="line">
            <a:avLst/>
          </a:prstGeom>
          <a:ln w="2540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4937760" y="6684264"/>
            <a:ext cx="1417320" cy="1271015"/>
          </a:xfrm>
          <a:custGeom>
            <a:avLst/>
            <a:gdLst/>
            <a:ahLst/>
            <a:cxnLst/>
            <a:rect l="l" t="t" r="r" b="b"/>
            <a:pathLst>
              <a:path w="1417320" h="1271015">
                <a:moveTo>
                  <a:pt x="0" y="1271015"/>
                </a:moveTo>
                <a:lnTo>
                  <a:pt x="155448" y="1271015"/>
                </a:lnTo>
                <a:lnTo>
                  <a:pt x="155448" y="402336"/>
                </a:lnTo>
                <a:lnTo>
                  <a:pt x="1417320" y="402336"/>
                </a:lnTo>
                <a:lnTo>
                  <a:pt x="1417320" y="0"/>
                </a:lnTo>
              </a:path>
            </a:pathLst>
          </a:custGeom>
          <a:noFill/>
          <a:ln w="25400">
            <a:solidFill>
              <a:srgbClr val="1F6FC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80560" y="6684264"/>
            <a:ext cx="2103120" cy="310896"/>
          </a:xfrm>
          <a:custGeom>
            <a:avLst/>
            <a:gdLst/>
            <a:ahLst/>
            <a:cxnLst/>
            <a:rect l="l" t="t" r="r" b="b"/>
            <a:pathLst>
              <a:path w="2103120" h="310896">
                <a:moveTo>
                  <a:pt x="2103120" y="0"/>
                </a:moveTo>
                <a:lnTo>
                  <a:pt x="2103120" y="310896"/>
                </a:lnTo>
                <a:lnTo>
                  <a:pt x="0" y="310896"/>
                </a:lnTo>
                <a:lnTo>
                  <a:pt x="0" y="219456"/>
                </a:lnTo>
              </a:path>
            </a:pathLst>
          </a:custGeom>
          <a:noFill/>
          <a:ln w="25400">
            <a:solidFill>
              <a:srgbClr val="1F6FC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31920" y="690372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noFill/>
          <a:ln w="25400">
            <a:solidFill>
              <a:srgbClr val="1F6FC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069080" y="7296912"/>
            <a:ext cx="10515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1F6FC4"/>
                </a:solidFill>
              </a:rPr>
              <a:t>Cooling Water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56832" y="8627364"/>
            <a:ext cx="822960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230368" y="7571231"/>
            <a:ext cx="6400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Bellows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744968" y="6355080"/>
            <a:ext cx="182880" cy="137160"/>
          </a:xfrm>
          <a:prstGeom prst="rect">
            <a:avLst/>
          </a:prstGeom>
          <a:solidFill>
            <a:srgbClr val="59595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898648" y="5788152"/>
            <a:ext cx="1993392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/>
              <a:t>Quartz Tube (Vacuum Chamber)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4956048" y="5907024"/>
            <a:ext cx="2724912" cy="82296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8247888" y="5632704"/>
            <a:ext cx="8686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KF40 Fitting</a:t>
            </a:r>
          </a:p>
        </p:txBody>
      </p:sp>
      <p:cxnSp>
        <p:nvCxnSpPr>
          <p:cNvPr id="145" name="Connector 144"/>
          <p:cNvCxnSpPr/>
          <p:nvPr/>
        </p:nvCxnSpPr>
        <p:spPr>
          <a:xfrm flipH="1">
            <a:off x="7991856" y="5751576"/>
            <a:ext cx="237744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8275320" y="5961888"/>
            <a:ext cx="7772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Crucible</a:t>
            </a:r>
          </a:p>
        </p:txBody>
      </p:sp>
      <p:cxnSp>
        <p:nvCxnSpPr>
          <p:cNvPr id="147" name="Connector 146"/>
          <p:cNvCxnSpPr/>
          <p:nvPr/>
        </p:nvCxnSpPr>
        <p:spPr>
          <a:xfrm flipH="1">
            <a:off x="7918704" y="6080760"/>
            <a:ext cx="338327" cy="301752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8247888" y="6336792"/>
            <a:ext cx="8686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Induction Coil</a:t>
            </a:r>
          </a:p>
        </p:txBody>
      </p:sp>
      <p:cxnSp>
        <p:nvCxnSpPr>
          <p:cNvPr id="149" name="Connector 148"/>
          <p:cNvCxnSpPr/>
          <p:nvPr/>
        </p:nvCxnSpPr>
        <p:spPr>
          <a:xfrm flipH="1">
            <a:off x="8019288" y="6455664"/>
            <a:ext cx="210312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8247888" y="7132320"/>
            <a:ext cx="8686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KF40 Cross</a:t>
            </a:r>
          </a:p>
        </p:txBody>
      </p:sp>
      <p:cxnSp>
        <p:nvCxnSpPr>
          <p:cNvPr id="151" name="Connector 150"/>
          <p:cNvCxnSpPr/>
          <p:nvPr/>
        </p:nvCxnSpPr>
        <p:spPr>
          <a:xfrm flipH="1">
            <a:off x="7991856" y="7251192"/>
            <a:ext cx="237744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7964424" y="758952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7891272" y="7818120"/>
            <a:ext cx="146304" cy="128016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47888" y="7763256"/>
            <a:ext cx="8686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Relief Valve</a:t>
            </a:r>
          </a:p>
        </p:txBody>
      </p:sp>
      <p:cxnSp>
        <p:nvCxnSpPr>
          <p:cNvPr id="155" name="Connector 154"/>
          <p:cNvCxnSpPr/>
          <p:nvPr/>
        </p:nvCxnSpPr>
        <p:spPr>
          <a:xfrm flipH="1">
            <a:off x="8055864" y="7882127"/>
            <a:ext cx="173736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02807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in.potx" id="{26065B33-0D9D-47B9-8862-A5F3D760A2F9}" vid="{FF12F488-59EA-430A-AE1E-18F8C8DEBF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1EC93E695C41B67E163C96FB0C81" ma:contentTypeVersion="7" ma:contentTypeDescription="Create a new document." ma:contentTypeScope="" ma:versionID="db0f9279e8b02c9849e2b4aad3856d0b">
  <xsd:schema xmlns:xsd="http://www.w3.org/2001/XMLSchema" xmlns:xs="http://www.w3.org/2001/XMLSchema" xmlns:p="http://schemas.microsoft.com/office/2006/metadata/properties" xmlns:ns3="e1a2a908-dc75-4c33-8042-1ee3696f7e9b" xmlns:ns4="29c108f0-c688-4d75-95ff-212ac3a7ece1" targetNamespace="http://schemas.microsoft.com/office/2006/metadata/properties" ma:root="true" ma:fieldsID="433b5a283ecb068df857cd81ab26978b" ns3:_="" ns4:_="">
    <xsd:import namespace="e1a2a908-dc75-4c33-8042-1ee3696f7e9b"/>
    <xsd:import namespace="29c108f0-c688-4d75-95ff-212ac3a7ece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2a908-dc75-4c33-8042-1ee3696f7e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108f0-c688-4d75-95ff-212ac3a7ece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F071FC-198D-491C-BE05-6EE38D867360}">
  <ds:schemaRefs>
    <ds:schemaRef ds:uri="http://schemas.openxmlformats.org/package/2006/metadata/core-properties"/>
    <ds:schemaRef ds:uri="e1a2a908-dc75-4c33-8042-1ee3696f7e9b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29c108f0-c688-4d75-95ff-212ac3a7ece1"/>
  </ds:schemaRefs>
</ds:datastoreItem>
</file>

<file path=customXml/itemProps2.xml><?xml version="1.0" encoding="utf-8"?>
<ds:datastoreItem xmlns:ds="http://schemas.openxmlformats.org/officeDocument/2006/customXml" ds:itemID="{FCCD6A73-D129-4BA2-B429-A830939148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66F1EF-FCF3-4DF4-826F-FE06A3A375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2a908-dc75-4c33-8042-1ee3696f7e9b"/>
    <ds:schemaRef ds:uri="29c108f0-c688-4d75-95ff-212ac3a7ec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37</TotalTime>
  <Words>33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Myriad Pro</vt:lpstr>
      <vt:lpstr>main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Sterling Baird</dc:creator>
  <cp:lastModifiedBy>Sterling Baird</cp:lastModifiedBy>
  <cp:revision>1</cp:revision>
  <dcterms:created xsi:type="dcterms:W3CDTF">2023-04-25T13:00:59Z</dcterms:created>
  <dcterms:modified xsi:type="dcterms:W3CDTF">2023-04-25T13:38:34Z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0x010100F4381EC93E695C41B67E163C96FB0C81</vt:lpwstr>
  </property>
</Properties>
</file>