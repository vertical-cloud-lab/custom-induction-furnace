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37"/>
          <p:cNvSpPr/>
          <p:nvPr/>
        </p:nvSpPr>
        <p:spPr>
          <a:xfrm>
            <a:off x="6748272" y="6665976"/>
            <a:ext cx="118872" cy="1965960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Turbo Pumping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Station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Pyrometer Housing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703320"/>
            <a:ext cx="0" cy="10755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703320"/>
            <a:ext cx="0" cy="10820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3931920"/>
            <a:ext cx="1250663" cy="64008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Fixturing Cables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(to ceiling)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703320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Heating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3566160" y="7772400"/>
            <a:ext cx="1371600" cy="8686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Recirculating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Water 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3657600" y="6080760"/>
            <a:ext cx="1280160" cy="8229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Induction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6336792" y="8643531"/>
            <a:ext cx="1463040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Support Stand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4974336" y="5971032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4974336" y="6318504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937760" y="6309360"/>
            <a:ext cx="129844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937760" y="6565392"/>
            <a:ext cx="129844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3931920" y="6903720"/>
            <a:ext cx="0" cy="868680"/>
          </a:xfrm>
          <a:custGeom>
            <a:avLst/>
            <a:gdLst/>
            <a:ahLst/>
            <a:cxnLst/>
            <a:rect l="l" t="t" r="r" b="b"/>
            <a:pathLst>
              <a:path w="0" h="868680">
                <a:moveTo>
                  <a:pt x="0" y="868680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80560" y="6684264"/>
            <a:ext cx="1874520" cy="310896"/>
          </a:xfrm>
          <a:custGeom>
            <a:avLst/>
            <a:gdLst/>
            <a:ahLst/>
            <a:cxnLst/>
            <a:rect l="l" t="t" r="r" b="b"/>
            <a:pathLst>
              <a:path w="1874520" h="310896">
                <a:moveTo>
                  <a:pt x="0" y="219456"/>
                </a:moveTo>
                <a:lnTo>
                  <a:pt x="0" y="310896"/>
                </a:lnTo>
                <a:lnTo>
                  <a:pt x="1874520" y="310896"/>
                </a:lnTo>
                <a:lnTo>
                  <a:pt x="187452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956048" y="6684264"/>
            <a:ext cx="1627632" cy="1271015"/>
          </a:xfrm>
          <a:custGeom>
            <a:avLst/>
            <a:gdLst/>
            <a:ahLst/>
            <a:cxnLst/>
            <a:rect l="l" t="t" r="r" b="b"/>
            <a:pathLst>
              <a:path w="1627632" h="1271015">
                <a:moveTo>
                  <a:pt x="1627632" y="0"/>
                </a:moveTo>
                <a:lnTo>
                  <a:pt x="1627632" y="402336"/>
                </a:lnTo>
                <a:lnTo>
                  <a:pt x="137160" y="402336"/>
                </a:lnTo>
                <a:lnTo>
                  <a:pt x="137160" y="1271015"/>
                </a:lnTo>
                <a:lnTo>
                  <a:pt x="0" y="1271015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041648" y="729691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1F6FC4"/>
                </a:solidFill>
              </a:rPr>
              <a:t>Cooling Water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56832" y="8627364"/>
            <a:ext cx="82296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230368" y="7571231"/>
            <a:ext cx="6400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Bellows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744968" y="6355080"/>
            <a:ext cx="182880" cy="137160"/>
          </a:xfrm>
          <a:prstGeom prst="rect">
            <a:avLst/>
          </a:prstGeom>
          <a:solidFill>
            <a:srgbClr val="59595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898648" y="5788152"/>
            <a:ext cx="199339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4956048" y="5907024"/>
            <a:ext cx="2724912" cy="82296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247888" y="5632704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7991856" y="5751576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8275320" y="5961888"/>
            <a:ext cx="777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Crucible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7918704" y="6080760"/>
            <a:ext cx="338327" cy="30175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247888" y="6336792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Induction Coil</a:t>
            </a:r>
          </a:p>
        </p:txBody>
      </p:sp>
      <p:cxnSp>
        <p:nvCxnSpPr>
          <p:cNvPr id="149" name="Connector 148"/>
          <p:cNvCxnSpPr/>
          <p:nvPr/>
        </p:nvCxnSpPr>
        <p:spPr>
          <a:xfrm flipH="1">
            <a:off x="8019288" y="645566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247888" y="7132320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991856" y="7251192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964424" y="7589520"/>
            <a:ext cx="0" cy="228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7891272" y="7818120"/>
            <a:ext cx="146304" cy="128016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47888" y="7763256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Relief Valve</a:t>
            </a:r>
          </a:p>
        </p:txBody>
      </p:sp>
      <p:cxnSp>
        <p:nvCxnSpPr>
          <p:cNvPr id="155" name="Connector 154"/>
          <p:cNvCxnSpPr/>
          <p:nvPr/>
        </p:nvCxnSpPr>
        <p:spPr>
          <a:xfrm flipH="1">
            <a:off x="8055864" y="7882127"/>
            <a:ext cx="17373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