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01" r:id="rId4"/>
  </p:sldMasterIdLst>
  <p:notesMasterIdLst>
    <p:notesMasterId r:id="rId6"/>
  </p:notesMasterIdLst>
  <p:sldIdLst>
    <p:sldId id="257" r:id="rId5"/>
  </p:sldIdLst>
  <p:sldSz cx="9144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A5D1"/>
    <a:srgbClr val="FE0147"/>
    <a:srgbClr val="FFFFFF"/>
    <a:srgbClr val="009B6E"/>
    <a:srgbClr val="7030A0"/>
    <a:srgbClr val="0070C0"/>
    <a:srgbClr val="A6A6A6"/>
    <a:srgbClr val="B0E4E7"/>
    <a:srgbClr val="E2D5E7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0065" autoAdjust="0"/>
  </p:normalViewPr>
  <p:slideViewPr>
    <p:cSldViewPr snapToGrid="0">
      <p:cViewPr>
        <p:scale>
          <a:sx n="125" d="100"/>
          <a:sy n="125" d="100"/>
        </p:scale>
        <p:origin x="254" y="-3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F3F895-C0FC-4A0C-BB74-F40C9032A2D0}" type="datetimeFigureOut">
              <a:rPr lang="en-US" smtClean="0"/>
              <a:t>4/25/2023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8E613-6EB0-43E5-9502-7642561283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671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382" y="1037415"/>
            <a:ext cx="8451932" cy="619751"/>
          </a:xfrm>
        </p:spPr>
        <p:txBody>
          <a:bodyPr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B76EE2F-869E-4751-9631-B8E07E362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3" y="8326125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A60EAEB-FA63-480E-9538-DA18345D6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5"/>
            <a:ext cx="401160" cy="486833"/>
          </a:xfrm>
        </p:spPr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79EAF3-0907-4221-89B4-AE06A2B9E14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56382" y="1876702"/>
            <a:ext cx="8451932" cy="62248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83331391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6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A31C50B-70A5-4082-8322-6E40059E25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352" y="1037415"/>
            <a:ext cx="8470961" cy="6987999"/>
          </a:xfrm>
        </p:spPr>
        <p:txBody>
          <a:bodyPr>
            <a:normAutofit/>
          </a:bodyPr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5059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B1F160B-C76A-4000-ACA6-A7553AE450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182032"/>
            <a:ext cx="8077200" cy="1862851"/>
          </a:xfrm>
        </p:spPr>
        <p:txBody>
          <a:bodyPr anchor="b">
            <a:noAutofit/>
          </a:bodyPr>
          <a:lstStyle>
            <a:lvl1pPr algn="ctr">
              <a:defRPr sz="4267">
                <a:latin typeface="Myriad Pro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3A761D3-9DC4-4C3A-9770-6A8E316E9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1" y="7071523"/>
            <a:ext cx="8274913" cy="1219200"/>
          </a:xfrm>
          <a:noFill/>
          <a:ln>
            <a:noFill/>
          </a:ln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 sz="3200">
                <a:latin typeface="Myriad Pro" pitchFamily="34" charset="0"/>
              </a:rPr>
              <a:t>Click to edit Master subtitle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19D2D4E-52CE-46E5-B786-B5ED135D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379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180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6381" y="2279653"/>
            <a:ext cx="8451932" cy="3803649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6381" y="6119286"/>
            <a:ext cx="8451932" cy="2000249"/>
          </a:xfrm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E8564EF-B9F1-480E-8AFE-D19B003A98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E23FDB8D-80E7-473B-9AB0-27B1D6C57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214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2434167"/>
            <a:ext cx="38862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2434167"/>
            <a:ext cx="38862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34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86836"/>
            <a:ext cx="78867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2241551"/>
            <a:ext cx="3868340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3340100"/>
            <a:ext cx="3868340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2241551"/>
            <a:ext cx="3887391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3340100"/>
            <a:ext cx="3887391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107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838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716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0"/>
            <a:ext cx="294917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1316569"/>
            <a:ext cx="462915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0"/>
            <a:ext cx="294917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9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0"/>
            <a:ext cx="2949178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1316569"/>
            <a:ext cx="4629150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0"/>
            <a:ext cx="2949178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8211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47886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486834"/>
            <a:ext cx="1971675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486834"/>
            <a:ext cx="5800725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8805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382" y="1037415"/>
            <a:ext cx="8451932" cy="619751"/>
          </a:xfrm>
        </p:spPr>
        <p:txBody>
          <a:bodyPr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0B76EE2F-869E-4751-9631-B8E07E362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6383" y="8326125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A60EAEB-FA63-480E-9538-DA18345D6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5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79EAF3-0907-4221-89B4-AE06A2B9E14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56382" y="1876702"/>
            <a:ext cx="8451932" cy="62248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1618148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144000" cy="812800"/>
          </a:xfrm>
          <a:solidFill>
            <a:srgbClr val="1F497D"/>
          </a:solidFill>
        </p:spPr>
        <p:txBody>
          <a:bodyPr wrap="none"/>
          <a:lstStyle>
            <a:lvl1pPr>
              <a:defRPr sz="26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56382" y="8326122"/>
            <a:ext cx="7917607" cy="486833"/>
          </a:xfrm>
        </p:spPr>
        <p:txBody>
          <a:bodyPr/>
          <a:lstStyle>
            <a:lvl1pPr algn="l">
              <a:defRPr/>
            </a:lvl1pPr>
          </a:lstStyle>
          <a:p>
            <a:pPr algn="l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A31C50B-70A5-4082-8322-6E40059E25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7352" y="1037415"/>
            <a:ext cx="8470961" cy="6987999"/>
          </a:xfrm>
        </p:spPr>
        <p:txBody>
          <a:bodyPr>
            <a:normAutofit/>
          </a:bodyPr>
          <a:lstStyle>
            <a:lvl1pPr>
              <a:defRPr sz="2667"/>
            </a:lvl1pPr>
            <a:lvl2pPr>
              <a:defRPr sz="2400"/>
            </a:lvl2pPr>
            <a:lvl3pPr>
              <a:defRPr sz="2133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359705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8B1F160B-C76A-4000-ACA6-A7553AE450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182032"/>
            <a:ext cx="8077200" cy="1862851"/>
          </a:xfrm>
        </p:spPr>
        <p:txBody>
          <a:bodyPr anchor="b">
            <a:noAutofit/>
          </a:bodyPr>
          <a:lstStyle>
            <a:lvl1pPr algn="ctr">
              <a:defRPr sz="4267">
                <a:latin typeface="Myriad Pro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3A761D3-9DC4-4C3A-9770-6A8E316E98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1" y="7071523"/>
            <a:ext cx="8274913" cy="1219200"/>
          </a:xfrm>
          <a:noFill/>
          <a:ln>
            <a:noFill/>
          </a:ln>
        </p:spPr>
        <p:txBody>
          <a:bodyPr/>
          <a:lstStyle>
            <a:lvl1pPr marL="0" indent="0" algn="ctr">
              <a:buNone/>
              <a:defRPr sz="3200">
                <a:solidFill>
                  <a:schemeClr val="tx1"/>
                </a:solidFill>
              </a:defRPr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 sz="3200">
                <a:latin typeface="Myriad Pro" pitchFamily="34" charset="0"/>
              </a:rPr>
              <a:t>Click to edit Master subtitle style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19D2D4E-52CE-46E5-B786-B5ED135D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07153" y="8326122"/>
            <a:ext cx="401160" cy="486833"/>
          </a:xfrm>
        </p:spPr>
        <p:txBody>
          <a:bodyPr/>
          <a:lstStyle/>
          <a:p>
            <a:fld id="{DD113D72-6123-4F18-9998-429E2A888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875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486836"/>
            <a:ext cx="78867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2434167"/>
            <a:ext cx="78867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8475136"/>
            <a:ext cx="2057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8475136"/>
            <a:ext cx="30861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8475136"/>
            <a:ext cx="2057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67E6B4-851F-4BE4-A85A-44A0499CD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977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660" r:id="rId14"/>
    <p:sldLayoutId id="2147483673" r:id="rId15"/>
    <p:sldLayoutId id="2147483662" r:id="rId16"/>
  </p:sldLayoutIdLst>
  <p:hf hdr="0" dt="0"/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 descr="Processor outline">
            <a:extLst>
              <a:ext uri="{FF2B5EF4-FFF2-40B4-BE49-F238E27FC236}">
                <a16:creationId xmlns:a16="http://schemas.microsoft.com/office/drawing/2014/main" id="{4C508CB8-E794-49EF-337D-D468E8E7DC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7614" y="1449322"/>
            <a:ext cx="1338773" cy="133877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71D8E82-4F34-9212-20FD-DBAAA65B97A1}"/>
              </a:ext>
            </a:extLst>
          </p:cNvPr>
          <p:cNvSpPr/>
          <p:nvPr/>
        </p:nvSpPr>
        <p:spPr>
          <a:xfrm>
            <a:off x="5256737" y="7845883"/>
            <a:ext cx="1456944" cy="79522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T-Station 85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(Pump)</a:t>
            </a:r>
          </a:p>
        </p:txBody>
      </p:sp>
      <p:sp>
        <p:nvSpPr>
          <p:cNvPr id="13" name="Block Arc 12">
            <a:extLst>
              <a:ext uri="{FF2B5EF4-FFF2-40B4-BE49-F238E27FC236}">
                <a16:creationId xmlns:a16="http://schemas.microsoft.com/office/drawing/2014/main" id="{E5FAA4EA-3140-8ADE-3D81-3C406B124C42}"/>
              </a:ext>
            </a:extLst>
          </p:cNvPr>
          <p:cNvSpPr/>
          <p:nvPr/>
        </p:nvSpPr>
        <p:spPr>
          <a:xfrm>
            <a:off x="5876827" y="7454164"/>
            <a:ext cx="752684" cy="771986"/>
          </a:xfrm>
          <a:prstGeom prst="blockArc">
            <a:avLst>
              <a:gd name="adj1" fmla="val 10800000"/>
              <a:gd name="adj2" fmla="val 17246896"/>
              <a:gd name="adj3" fmla="val 25023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9C93BF-4474-D016-43AD-ED49FD2E6BB8}"/>
              </a:ext>
            </a:extLst>
          </p:cNvPr>
          <p:cNvSpPr/>
          <p:nvPr/>
        </p:nvSpPr>
        <p:spPr>
          <a:xfrm rot="877597">
            <a:off x="6333795" y="7625822"/>
            <a:ext cx="1209285" cy="1870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Bellows</a:t>
            </a:r>
          </a:p>
        </p:txBody>
      </p:sp>
      <p:sp>
        <p:nvSpPr>
          <p:cNvPr id="15" name="Block Arc 14">
            <a:extLst>
              <a:ext uri="{FF2B5EF4-FFF2-40B4-BE49-F238E27FC236}">
                <a16:creationId xmlns:a16="http://schemas.microsoft.com/office/drawing/2014/main" id="{1FE3DFE5-B1DD-C46B-CD1C-31F98F34C6D2}"/>
              </a:ext>
            </a:extLst>
          </p:cNvPr>
          <p:cNvSpPr/>
          <p:nvPr/>
        </p:nvSpPr>
        <p:spPr>
          <a:xfrm rot="10800000">
            <a:off x="7169700" y="7214533"/>
            <a:ext cx="752684" cy="752684"/>
          </a:xfrm>
          <a:prstGeom prst="blockArc">
            <a:avLst>
              <a:gd name="adj1" fmla="val 10800000"/>
              <a:gd name="adj2" fmla="val 16724555"/>
              <a:gd name="adj3" fmla="val 24357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5020826-4771-B8AC-169B-1D414580453A}"/>
              </a:ext>
            </a:extLst>
          </p:cNvPr>
          <p:cNvCxnSpPr>
            <a:cxnSpLocks/>
          </p:cNvCxnSpPr>
          <p:nvPr/>
        </p:nvCxnSpPr>
        <p:spPr>
          <a:xfrm>
            <a:off x="7664248" y="6422108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777BB80-B990-CCF4-0A3D-497AA807CF93}"/>
              </a:ext>
            </a:extLst>
          </p:cNvPr>
          <p:cNvCxnSpPr>
            <a:cxnSpLocks/>
          </p:cNvCxnSpPr>
          <p:nvPr/>
        </p:nvCxnSpPr>
        <p:spPr>
          <a:xfrm>
            <a:off x="7664248" y="6476399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BB6DAAE-80EA-F383-5826-4C661650974D}"/>
              </a:ext>
            </a:extLst>
          </p:cNvPr>
          <p:cNvCxnSpPr>
            <a:cxnSpLocks/>
          </p:cNvCxnSpPr>
          <p:nvPr/>
        </p:nvCxnSpPr>
        <p:spPr>
          <a:xfrm>
            <a:off x="7664248" y="6530688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751236E-F8FC-FE67-B63A-4CF8DD85225A}"/>
              </a:ext>
            </a:extLst>
          </p:cNvPr>
          <p:cNvSpPr/>
          <p:nvPr/>
        </p:nvSpPr>
        <p:spPr>
          <a:xfrm>
            <a:off x="7675446" y="7041773"/>
            <a:ext cx="336167" cy="5495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6328466-FBAF-812B-21B3-ECA5D6E570E0}"/>
              </a:ext>
            </a:extLst>
          </p:cNvPr>
          <p:cNvSpPr/>
          <p:nvPr/>
        </p:nvSpPr>
        <p:spPr>
          <a:xfrm>
            <a:off x="7480761" y="7246599"/>
            <a:ext cx="196999" cy="1451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A5815A0-F86B-52A4-68A8-1DE9FCB524B1}"/>
              </a:ext>
            </a:extLst>
          </p:cNvPr>
          <p:cNvSpPr/>
          <p:nvPr/>
        </p:nvSpPr>
        <p:spPr>
          <a:xfrm>
            <a:off x="7703153" y="5850419"/>
            <a:ext cx="260899" cy="119135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3B1EAC-2359-6A73-A02A-63D32889DC87}"/>
              </a:ext>
            </a:extLst>
          </p:cNvPr>
          <p:cNvSpPr/>
          <p:nvPr/>
        </p:nvSpPr>
        <p:spPr>
          <a:xfrm>
            <a:off x="7670673" y="5646391"/>
            <a:ext cx="336167" cy="20402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17C401-FA02-F1B5-9AC9-EF3B8F3BFF98}"/>
              </a:ext>
            </a:extLst>
          </p:cNvPr>
          <p:cNvSpPr/>
          <p:nvPr/>
        </p:nvSpPr>
        <p:spPr>
          <a:xfrm rot="16200000">
            <a:off x="7251262" y="4658104"/>
            <a:ext cx="1174989" cy="42442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Pyrometer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141EED7-6D97-8FDE-FB79-16AA642921A5}"/>
              </a:ext>
            </a:extLst>
          </p:cNvPr>
          <p:cNvSpPr/>
          <p:nvPr/>
        </p:nvSpPr>
        <p:spPr>
          <a:xfrm>
            <a:off x="6858895" y="7126517"/>
            <a:ext cx="618624" cy="38001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Pressure</a:t>
            </a:r>
          </a:p>
          <a:p>
            <a:pPr algn="ctr"/>
            <a:r>
              <a:rPr lang="en-US" sz="900" dirty="0">
                <a:solidFill>
                  <a:schemeClr val="tx1"/>
                </a:solidFill>
              </a:rPr>
              <a:t>Sensor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F7F633-8461-4C9B-2926-66B6B3B5FD13}"/>
              </a:ext>
            </a:extLst>
          </p:cNvPr>
          <p:cNvSpPr/>
          <p:nvPr/>
        </p:nvSpPr>
        <p:spPr>
          <a:xfrm>
            <a:off x="5643210" y="5042232"/>
            <a:ext cx="1688621" cy="334415"/>
          </a:xfrm>
          <a:prstGeom prst="rect">
            <a:avLst/>
          </a:prstGeom>
          <a:solidFill>
            <a:schemeClr val="bg1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Pyrometer Holder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2DBCC9A-C3A9-41FB-5CF2-D16E82F24478}"/>
              </a:ext>
            </a:extLst>
          </p:cNvPr>
          <p:cNvSpPr/>
          <p:nvPr/>
        </p:nvSpPr>
        <p:spPr>
          <a:xfrm>
            <a:off x="6193602" y="5440353"/>
            <a:ext cx="1138229" cy="334415"/>
          </a:xfrm>
          <a:prstGeom prst="rect">
            <a:avLst/>
          </a:prstGeom>
          <a:solidFill>
            <a:schemeClr val="bg1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Quartz Disc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1A45783-F5B3-9715-7E23-E23D30E0512A}"/>
              </a:ext>
            </a:extLst>
          </p:cNvPr>
          <p:cNvSpPr/>
          <p:nvPr/>
        </p:nvSpPr>
        <p:spPr>
          <a:xfrm>
            <a:off x="7670672" y="5568732"/>
            <a:ext cx="336167" cy="77658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B1F3931-960D-4A4B-141A-A7563C89AD64}"/>
              </a:ext>
            </a:extLst>
          </p:cNvPr>
          <p:cNvSpPr/>
          <p:nvPr/>
        </p:nvSpPr>
        <p:spPr>
          <a:xfrm>
            <a:off x="7670672" y="5499251"/>
            <a:ext cx="336167" cy="6325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EBD7A9-5B93-C8B4-F7F2-1F92CB28C7C2}"/>
              </a:ext>
            </a:extLst>
          </p:cNvPr>
          <p:cNvCxnSpPr>
            <a:cxnSpLocks/>
          </p:cNvCxnSpPr>
          <p:nvPr/>
        </p:nvCxnSpPr>
        <p:spPr>
          <a:xfrm flipV="1">
            <a:off x="7838755" y="3843040"/>
            <a:ext cx="0" cy="44272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4BE0897-4810-E359-F71C-C7EAF6F0AFD9}"/>
              </a:ext>
            </a:extLst>
          </p:cNvPr>
          <p:cNvCxnSpPr>
            <a:stCxn id="25" idx="3"/>
          </p:cNvCxnSpPr>
          <p:nvPr/>
        </p:nvCxnSpPr>
        <p:spPr>
          <a:xfrm>
            <a:off x="7331831" y="5209439"/>
            <a:ext cx="22817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DB622433-EAAC-ADFA-D613-47EEF6B33356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>
            <a:off x="7331831" y="5607561"/>
            <a:ext cx="33884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F52ABEC5-CE21-E2FB-E088-0EF9EBB00BAF}"/>
              </a:ext>
            </a:extLst>
          </p:cNvPr>
          <p:cNvSpPr/>
          <p:nvPr/>
        </p:nvSpPr>
        <p:spPr>
          <a:xfrm>
            <a:off x="7499858" y="4705800"/>
            <a:ext cx="683490" cy="775125"/>
          </a:xfrm>
          <a:custGeom>
            <a:avLst/>
            <a:gdLst>
              <a:gd name="connsiteX0" fmla="*/ 0 w 819150"/>
              <a:gd name="connsiteY0" fmla="*/ 0 h 857250"/>
              <a:gd name="connsiteX1" fmla="*/ 152400 w 819150"/>
              <a:gd name="connsiteY1" fmla="*/ 0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819150"/>
              <a:gd name="connsiteY0" fmla="*/ 0 h 857250"/>
              <a:gd name="connsiteX1" fmla="*/ 160735 w 819150"/>
              <a:gd name="connsiteY1" fmla="*/ 25003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819150"/>
              <a:gd name="connsiteY0" fmla="*/ 0 h 857250"/>
              <a:gd name="connsiteX1" fmla="*/ 150019 w 819150"/>
              <a:gd name="connsiteY1" fmla="*/ 23813 h 857250"/>
              <a:gd name="connsiteX2" fmla="*/ 152400 w 819150"/>
              <a:gd name="connsiteY2" fmla="*/ 857250 h 857250"/>
              <a:gd name="connsiteX3" fmla="*/ 731520 w 819150"/>
              <a:gd name="connsiteY3" fmla="*/ 857250 h 857250"/>
              <a:gd name="connsiteX4" fmla="*/ 731520 w 819150"/>
              <a:gd name="connsiteY4" fmla="*/ 11430 h 857250"/>
              <a:gd name="connsiteX5" fmla="*/ 819150 w 819150"/>
              <a:gd name="connsiteY5" fmla="*/ 11430 h 857250"/>
              <a:gd name="connsiteX0" fmla="*/ 0 w 782240"/>
              <a:gd name="connsiteY0" fmla="*/ 6430 h 845820"/>
              <a:gd name="connsiteX1" fmla="*/ 113109 w 782240"/>
              <a:gd name="connsiteY1" fmla="*/ 12383 h 845820"/>
              <a:gd name="connsiteX2" fmla="*/ 115490 w 782240"/>
              <a:gd name="connsiteY2" fmla="*/ 845820 h 845820"/>
              <a:gd name="connsiteX3" fmla="*/ 694610 w 782240"/>
              <a:gd name="connsiteY3" fmla="*/ 845820 h 845820"/>
              <a:gd name="connsiteX4" fmla="*/ 694610 w 782240"/>
              <a:gd name="connsiteY4" fmla="*/ 0 h 845820"/>
              <a:gd name="connsiteX5" fmla="*/ 782240 w 782240"/>
              <a:gd name="connsiteY5" fmla="*/ 0 h 845820"/>
              <a:gd name="connsiteX0" fmla="*/ 0 w 782240"/>
              <a:gd name="connsiteY0" fmla="*/ 13573 h 845820"/>
              <a:gd name="connsiteX1" fmla="*/ 113109 w 782240"/>
              <a:gd name="connsiteY1" fmla="*/ 12383 h 845820"/>
              <a:gd name="connsiteX2" fmla="*/ 115490 w 782240"/>
              <a:gd name="connsiteY2" fmla="*/ 845820 h 845820"/>
              <a:gd name="connsiteX3" fmla="*/ 694610 w 782240"/>
              <a:gd name="connsiteY3" fmla="*/ 845820 h 845820"/>
              <a:gd name="connsiteX4" fmla="*/ 694610 w 782240"/>
              <a:gd name="connsiteY4" fmla="*/ 0 h 845820"/>
              <a:gd name="connsiteX5" fmla="*/ 782240 w 782240"/>
              <a:gd name="connsiteY5" fmla="*/ 0 h 845820"/>
              <a:gd name="connsiteX0" fmla="*/ 0 w 782240"/>
              <a:gd name="connsiteY0" fmla="*/ 23811 h 856058"/>
              <a:gd name="connsiteX1" fmla="*/ 110728 w 782240"/>
              <a:gd name="connsiteY1" fmla="*/ 0 h 856058"/>
              <a:gd name="connsiteX2" fmla="*/ 115490 w 782240"/>
              <a:gd name="connsiteY2" fmla="*/ 856058 h 856058"/>
              <a:gd name="connsiteX3" fmla="*/ 694610 w 782240"/>
              <a:gd name="connsiteY3" fmla="*/ 856058 h 856058"/>
              <a:gd name="connsiteX4" fmla="*/ 694610 w 782240"/>
              <a:gd name="connsiteY4" fmla="*/ 10238 h 856058"/>
              <a:gd name="connsiteX5" fmla="*/ 782240 w 782240"/>
              <a:gd name="connsiteY5" fmla="*/ 10238 h 856058"/>
              <a:gd name="connsiteX0" fmla="*/ 0 w 760809"/>
              <a:gd name="connsiteY0" fmla="*/ 8333 h 856058"/>
              <a:gd name="connsiteX1" fmla="*/ 89297 w 760809"/>
              <a:gd name="connsiteY1" fmla="*/ 0 h 856058"/>
              <a:gd name="connsiteX2" fmla="*/ 94059 w 760809"/>
              <a:gd name="connsiteY2" fmla="*/ 856058 h 856058"/>
              <a:gd name="connsiteX3" fmla="*/ 673179 w 760809"/>
              <a:gd name="connsiteY3" fmla="*/ 856058 h 856058"/>
              <a:gd name="connsiteX4" fmla="*/ 673179 w 760809"/>
              <a:gd name="connsiteY4" fmla="*/ 10238 h 856058"/>
              <a:gd name="connsiteX5" fmla="*/ 760809 w 760809"/>
              <a:gd name="connsiteY5" fmla="*/ 10238 h 856058"/>
              <a:gd name="connsiteX0" fmla="*/ 0 w 752474"/>
              <a:gd name="connsiteY0" fmla="*/ 0 h 862013"/>
              <a:gd name="connsiteX1" fmla="*/ 80962 w 752474"/>
              <a:gd name="connsiteY1" fmla="*/ 5955 h 862013"/>
              <a:gd name="connsiteX2" fmla="*/ 85724 w 752474"/>
              <a:gd name="connsiteY2" fmla="*/ 862013 h 862013"/>
              <a:gd name="connsiteX3" fmla="*/ 664844 w 752474"/>
              <a:gd name="connsiteY3" fmla="*/ 862013 h 862013"/>
              <a:gd name="connsiteX4" fmla="*/ 664844 w 752474"/>
              <a:gd name="connsiteY4" fmla="*/ 16193 h 862013"/>
              <a:gd name="connsiteX5" fmla="*/ 752474 w 752474"/>
              <a:gd name="connsiteY5" fmla="*/ 16193 h 862013"/>
              <a:gd name="connsiteX0" fmla="*/ 0 w 754855"/>
              <a:gd name="connsiteY0" fmla="*/ 1188 h 856058"/>
              <a:gd name="connsiteX1" fmla="*/ 83343 w 754855"/>
              <a:gd name="connsiteY1" fmla="*/ 0 h 856058"/>
              <a:gd name="connsiteX2" fmla="*/ 88105 w 754855"/>
              <a:gd name="connsiteY2" fmla="*/ 856058 h 856058"/>
              <a:gd name="connsiteX3" fmla="*/ 667225 w 754855"/>
              <a:gd name="connsiteY3" fmla="*/ 856058 h 856058"/>
              <a:gd name="connsiteX4" fmla="*/ 667225 w 754855"/>
              <a:gd name="connsiteY4" fmla="*/ 10238 h 856058"/>
              <a:gd name="connsiteX5" fmla="*/ 754855 w 754855"/>
              <a:gd name="connsiteY5" fmla="*/ 10238 h 856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4855" h="856058">
                <a:moveTo>
                  <a:pt x="0" y="1188"/>
                </a:moveTo>
                <a:lnTo>
                  <a:pt x="83343" y="0"/>
                </a:lnTo>
                <a:cubicBezTo>
                  <a:pt x="80565" y="277416"/>
                  <a:pt x="90883" y="578642"/>
                  <a:pt x="88105" y="856058"/>
                </a:cubicBezTo>
                <a:lnTo>
                  <a:pt x="667225" y="856058"/>
                </a:lnTo>
                <a:lnTo>
                  <a:pt x="667225" y="10238"/>
                </a:lnTo>
                <a:lnTo>
                  <a:pt x="754855" y="10238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84DCB16-9134-42B7-1D99-1D4A5DC98341}"/>
              </a:ext>
            </a:extLst>
          </p:cNvPr>
          <p:cNvCxnSpPr>
            <a:cxnSpLocks/>
          </p:cNvCxnSpPr>
          <p:nvPr/>
        </p:nvCxnSpPr>
        <p:spPr>
          <a:xfrm flipV="1">
            <a:off x="7538092" y="361969"/>
            <a:ext cx="0" cy="4416916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8753173-7E8C-EE4A-707A-8BF5F4B0DF95}"/>
              </a:ext>
            </a:extLst>
          </p:cNvPr>
          <p:cNvCxnSpPr>
            <a:cxnSpLocks/>
          </p:cNvCxnSpPr>
          <p:nvPr/>
        </p:nvCxnSpPr>
        <p:spPr>
          <a:xfrm flipV="1">
            <a:off x="8150441" y="361969"/>
            <a:ext cx="0" cy="4423387"/>
          </a:xfrm>
          <a:prstGeom prst="line">
            <a:avLst/>
          </a:prstGeom>
          <a:ln w="381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4DD0DBC3-1862-BDA2-F12E-7F19DFB9C717}"/>
              </a:ext>
            </a:extLst>
          </p:cNvPr>
          <p:cNvSpPr/>
          <p:nvPr/>
        </p:nvSpPr>
        <p:spPr>
          <a:xfrm>
            <a:off x="6131586" y="1657044"/>
            <a:ext cx="125066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Fixturing</a:t>
            </a:r>
            <a:br>
              <a:rPr lang="en-US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</a:br>
            <a:r>
              <a:rPr lang="en-US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Cables</a:t>
            </a:r>
          </a:p>
          <a:p>
            <a:pPr algn="ctr"/>
            <a:r>
              <a:rPr lang="en-US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(with slack)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2116829-883C-867E-8041-2DE94F462CA7}"/>
              </a:ext>
            </a:extLst>
          </p:cNvPr>
          <p:cNvCxnSpPr>
            <a:cxnSpLocks/>
          </p:cNvCxnSpPr>
          <p:nvPr/>
        </p:nvCxnSpPr>
        <p:spPr>
          <a:xfrm>
            <a:off x="5821552" y="361969"/>
            <a:ext cx="271792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972AF390-A7ED-1AD1-126A-975FACAE91D8}"/>
              </a:ext>
            </a:extLst>
          </p:cNvPr>
          <p:cNvSpPr/>
          <p:nvPr/>
        </p:nvSpPr>
        <p:spPr>
          <a:xfrm rot="803423">
            <a:off x="6292357" y="7489052"/>
            <a:ext cx="97710" cy="148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75BF8C6-2FDF-5D12-193C-0CE43A2B44EB}"/>
              </a:ext>
            </a:extLst>
          </p:cNvPr>
          <p:cNvSpPr/>
          <p:nvPr/>
        </p:nvSpPr>
        <p:spPr>
          <a:xfrm rot="803423">
            <a:off x="7450825" y="7791413"/>
            <a:ext cx="97710" cy="148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CCBDDF33-2AD0-79D9-B979-4FB92C9C2985}"/>
              </a:ext>
            </a:extLst>
          </p:cNvPr>
          <p:cNvCxnSpPr>
            <a:cxnSpLocks/>
          </p:cNvCxnSpPr>
          <p:nvPr/>
        </p:nvCxnSpPr>
        <p:spPr>
          <a:xfrm>
            <a:off x="7664248" y="6259235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4AC6A6D-2F66-1CAF-50B3-CEB1F4461CA5}"/>
              </a:ext>
            </a:extLst>
          </p:cNvPr>
          <p:cNvCxnSpPr>
            <a:cxnSpLocks/>
          </p:cNvCxnSpPr>
          <p:nvPr/>
        </p:nvCxnSpPr>
        <p:spPr>
          <a:xfrm>
            <a:off x="7664248" y="6313526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B9D19E1-360F-3E0B-52FD-77FF88ACB61D}"/>
              </a:ext>
            </a:extLst>
          </p:cNvPr>
          <p:cNvCxnSpPr>
            <a:cxnSpLocks/>
          </p:cNvCxnSpPr>
          <p:nvPr/>
        </p:nvCxnSpPr>
        <p:spPr>
          <a:xfrm>
            <a:off x="7664248" y="6367817"/>
            <a:ext cx="338708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AB76AC6-281C-B570-47F5-4BFF659499D1}"/>
              </a:ext>
            </a:extLst>
          </p:cNvPr>
          <p:cNvSpPr/>
          <p:nvPr/>
        </p:nvSpPr>
        <p:spPr>
          <a:xfrm>
            <a:off x="7107724" y="6259489"/>
            <a:ext cx="558165" cy="85725"/>
          </a:xfrm>
          <a:custGeom>
            <a:avLst/>
            <a:gdLst>
              <a:gd name="connsiteX0" fmla="*/ 558165 w 558165"/>
              <a:gd name="connsiteY0" fmla="*/ 0 h 85725"/>
              <a:gd name="connsiteX1" fmla="*/ 318135 w 558165"/>
              <a:gd name="connsiteY1" fmla="*/ 0 h 85725"/>
              <a:gd name="connsiteX2" fmla="*/ 243840 w 558165"/>
              <a:gd name="connsiteY2" fmla="*/ 3810 h 85725"/>
              <a:gd name="connsiteX3" fmla="*/ 188595 w 558165"/>
              <a:gd name="connsiteY3" fmla="*/ 19050 h 85725"/>
              <a:gd name="connsiteX4" fmla="*/ 171450 w 558165"/>
              <a:gd name="connsiteY4" fmla="*/ 24765 h 85725"/>
              <a:gd name="connsiteX5" fmla="*/ 146685 w 558165"/>
              <a:gd name="connsiteY5" fmla="*/ 38100 h 85725"/>
              <a:gd name="connsiteX6" fmla="*/ 123825 w 558165"/>
              <a:gd name="connsiteY6" fmla="*/ 51435 h 85725"/>
              <a:gd name="connsiteX7" fmla="*/ 102870 w 558165"/>
              <a:gd name="connsiteY7" fmla="*/ 64770 h 85725"/>
              <a:gd name="connsiteX8" fmla="*/ 87630 w 558165"/>
              <a:gd name="connsiteY8" fmla="*/ 74295 h 85725"/>
              <a:gd name="connsiteX9" fmla="*/ 70485 w 558165"/>
              <a:gd name="connsiteY9" fmla="*/ 80010 h 85725"/>
              <a:gd name="connsiteX10" fmla="*/ 55245 w 558165"/>
              <a:gd name="connsiteY10" fmla="*/ 80010 h 85725"/>
              <a:gd name="connsiteX11" fmla="*/ 32385 w 558165"/>
              <a:gd name="connsiteY11" fmla="*/ 85725 h 85725"/>
              <a:gd name="connsiteX12" fmla="*/ 9525 w 558165"/>
              <a:gd name="connsiteY12" fmla="*/ 85725 h 85725"/>
              <a:gd name="connsiteX13" fmla="*/ 0 w 558165"/>
              <a:gd name="connsiteY13" fmla="*/ 85725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58165" h="85725">
                <a:moveTo>
                  <a:pt x="558165" y="0"/>
                </a:moveTo>
                <a:lnTo>
                  <a:pt x="318135" y="0"/>
                </a:lnTo>
                <a:lnTo>
                  <a:pt x="243840" y="3810"/>
                </a:lnTo>
                <a:lnTo>
                  <a:pt x="188595" y="19050"/>
                </a:lnTo>
                <a:lnTo>
                  <a:pt x="171450" y="24765"/>
                </a:lnTo>
                <a:lnTo>
                  <a:pt x="146685" y="38100"/>
                </a:lnTo>
                <a:lnTo>
                  <a:pt x="123825" y="51435"/>
                </a:lnTo>
                <a:lnTo>
                  <a:pt x="102870" y="64770"/>
                </a:lnTo>
                <a:lnTo>
                  <a:pt x="87630" y="74295"/>
                </a:lnTo>
                <a:lnTo>
                  <a:pt x="70485" y="80010"/>
                </a:lnTo>
                <a:lnTo>
                  <a:pt x="55245" y="80010"/>
                </a:lnTo>
                <a:lnTo>
                  <a:pt x="32385" y="85725"/>
                </a:lnTo>
                <a:lnTo>
                  <a:pt x="9525" y="85725"/>
                </a:lnTo>
                <a:lnTo>
                  <a:pt x="0" y="85725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Freeform: Shape 67">
            <a:extLst>
              <a:ext uri="{FF2B5EF4-FFF2-40B4-BE49-F238E27FC236}">
                <a16:creationId xmlns:a16="http://schemas.microsoft.com/office/drawing/2014/main" id="{D9CF8105-132D-9BF2-64A6-D6D6C56B5381}"/>
              </a:ext>
            </a:extLst>
          </p:cNvPr>
          <p:cNvSpPr/>
          <p:nvPr/>
        </p:nvSpPr>
        <p:spPr>
          <a:xfrm flipV="1">
            <a:off x="7110546" y="6443423"/>
            <a:ext cx="558165" cy="85725"/>
          </a:xfrm>
          <a:custGeom>
            <a:avLst/>
            <a:gdLst>
              <a:gd name="connsiteX0" fmla="*/ 558165 w 558165"/>
              <a:gd name="connsiteY0" fmla="*/ 0 h 85725"/>
              <a:gd name="connsiteX1" fmla="*/ 318135 w 558165"/>
              <a:gd name="connsiteY1" fmla="*/ 0 h 85725"/>
              <a:gd name="connsiteX2" fmla="*/ 243840 w 558165"/>
              <a:gd name="connsiteY2" fmla="*/ 3810 h 85725"/>
              <a:gd name="connsiteX3" fmla="*/ 188595 w 558165"/>
              <a:gd name="connsiteY3" fmla="*/ 19050 h 85725"/>
              <a:gd name="connsiteX4" fmla="*/ 171450 w 558165"/>
              <a:gd name="connsiteY4" fmla="*/ 24765 h 85725"/>
              <a:gd name="connsiteX5" fmla="*/ 146685 w 558165"/>
              <a:gd name="connsiteY5" fmla="*/ 38100 h 85725"/>
              <a:gd name="connsiteX6" fmla="*/ 123825 w 558165"/>
              <a:gd name="connsiteY6" fmla="*/ 51435 h 85725"/>
              <a:gd name="connsiteX7" fmla="*/ 102870 w 558165"/>
              <a:gd name="connsiteY7" fmla="*/ 64770 h 85725"/>
              <a:gd name="connsiteX8" fmla="*/ 87630 w 558165"/>
              <a:gd name="connsiteY8" fmla="*/ 74295 h 85725"/>
              <a:gd name="connsiteX9" fmla="*/ 70485 w 558165"/>
              <a:gd name="connsiteY9" fmla="*/ 80010 h 85725"/>
              <a:gd name="connsiteX10" fmla="*/ 55245 w 558165"/>
              <a:gd name="connsiteY10" fmla="*/ 80010 h 85725"/>
              <a:gd name="connsiteX11" fmla="*/ 32385 w 558165"/>
              <a:gd name="connsiteY11" fmla="*/ 85725 h 85725"/>
              <a:gd name="connsiteX12" fmla="*/ 9525 w 558165"/>
              <a:gd name="connsiteY12" fmla="*/ 85725 h 85725"/>
              <a:gd name="connsiteX13" fmla="*/ 0 w 558165"/>
              <a:gd name="connsiteY13" fmla="*/ 85725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58165" h="85725">
                <a:moveTo>
                  <a:pt x="558165" y="0"/>
                </a:moveTo>
                <a:lnTo>
                  <a:pt x="318135" y="0"/>
                </a:lnTo>
                <a:lnTo>
                  <a:pt x="243840" y="3810"/>
                </a:lnTo>
                <a:lnTo>
                  <a:pt x="188595" y="19050"/>
                </a:lnTo>
                <a:lnTo>
                  <a:pt x="171450" y="24765"/>
                </a:lnTo>
                <a:lnTo>
                  <a:pt x="146685" y="38100"/>
                </a:lnTo>
                <a:lnTo>
                  <a:pt x="123825" y="51435"/>
                </a:lnTo>
                <a:lnTo>
                  <a:pt x="102870" y="64770"/>
                </a:lnTo>
                <a:lnTo>
                  <a:pt x="87630" y="74295"/>
                </a:lnTo>
                <a:lnTo>
                  <a:pt x="70485" y="80010"/>
                </a:lnTo>
                <a:lnTo>
                  <a:pt x="55245" y="80010"/>
                </a:lnTo>
                <a:lnTo>
                  <a:pt x="32385" y="85725"/>
                </a:lnTo>
                <a:lnTo>
                  <a:pt x="9525" y="85725"/>
                </a:lnTo>
                <a:lnTo>
                  <a:pt x="0" y="85725"/>
                </a:lnTo>
              </a:path>
            </a:pathLst>
          </a:cu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5D132AF-F770-D138-1F3B-EC93E82250F1}"/>
              </a:ext>
            </a:extLst>
          </p:cNvPr>
          <p:cNvSpPr/>
          <p:nvPr/>
        </p:nvSpPr>
        <p:spPr>
          <a:xfrm>
            <a:off x="6235234" y="6113717"/>
            <a:ext cx="867005" cy="549502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Heating Head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892DA67-4873-A822-85FA-91072A5CED83}"/>
              </a:ext>
            </a:extLst>
          </p:cNvPr>
          <p:cNvSpPr/>
          <p:nvPr/>
        </p:nvSpPr>
        <p:spPr>
          <a:xfrm>
            <a:off x="415931" y="5830347"/>
            <a:ext cx="2053351" cy="2832503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Recirculating</a:t>
            </a:r>
          </a:p>
          <a:p>
            <a:pPr algn="ctr"/>
            <a:r>
              <a:rPr lang="en-US" sz="2400" dirty="0">
                <a:solidFill>
                  <a:schemeClr val="tx1"/>
                </a:solidFill>
              </a:rPr>
              <a:t>Water Chiller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9A0E8DA-25AB-C43B-D796-A0108FE73C31}"/>
              </a:ext>
            </a:extLst>
          </p:cNvPr>
          <p:cNvSpPr/>
          <p:nvPr/>
        </p:nvSpPr>
        <p:spPr>
          <a:xfrm>
            <a:off x="3176590" y="6781800"/>
            <a:ext cx="1578290" cy="187517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Induction Generator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C762BD26-5221-F211-6761-2EC4DB25D8FC}"/>
              </a:ext>
            </a:extLst>
          </p:cNvPr>
          <p:cNvSpPr/>
          <p:nvPr/>
        </p:nvSpPr>
        <p:spPr>
          <a:xfrm>
            <a:off x="7084257" y="8643531"/>
            <a:ext cx="1873205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Support Stand with Clamps</a:t>
            </a:r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2E52866A-ECD7-0D1D-6CF6-564C4419E99C}"/>
              </a:ext>
            </a:extLst>
          </p:cNvPr>
          <p:cNvGrpSpPr/>
          <p:nvPr/>
        </p:nvGrpSpPr>
        <p:grpSpPr>
          <a:xfrm flipH="1">
            <a:off x="7367734" y="5646390"/>
            <a:ext cx="1045994" cy="2994716"/>
            <a:chOff x="6118054" y="5646390"/>
            <a:chExt cx="1045994" cy="2994716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583194A4-2F99-9465-74FD-E88CCFD8BE8B}"/>
                </a:ext>
              </a:extLst>
            </p:cNvPr>
            <p:cNvCxnSpPr/>
            <p:nvPr/>
          </p:nvCxnSpPr>
          <p:spPr>
            <a:xfrm>
              <a:off x="6118054" y="8616341"/>
              <a:ext cx="104599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D136897A-6F26-2D56-1199-69F7E8391D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66517" y="7132320"/>
              <a:ext cx="0" cy="1508786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BE053AAB-D0B7-DAEA-E813-71BEF3AE4A15}"/>
                </a:ext>
              </a:extLst>
            </p:cNvPr>
            <p:cNvCxnSpPr>
              <a:cxnSpLocks/>
            </p:cNvCxnSpPr>
            <p:nvPr/>
          </p:nvCxnSpPr>
          <p:spPr>
            <a:xfrm>
              <a:off x="6330322" y="7147996"/>
              <a:ext cx="14520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BE63A48A-CF53-3C12-26C0-06488EBEEB64}"/>
                </a:ext>
              </a:extLst>
            </p:cNvPr>
            <p:cNvCxnSpPr>
              <a:cxnSpLocks/>
            </p:cNvCxnSpPr>
            <p:nvPr/>
          </p:nvCxnSpPr>
          <p:spPr>
            <a:xfrm>
              <a:off x="6330322" y="7510899"/>
              <a:ext cx="57202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719D0284-AF0E-601B-7B9E-97205A050912}"/>
                </a:ext>
              </a:extLst>
            </p:cNvPr>
            <p:cNvCxnSpPr>
              <a:cxnSpLocks/>
            </p:cNvCxnSpPr>
            <p:nvPr/>
          </p:nvCxnSpPr>
          <p:spPr>
            <a:xfrm>
              <a:off x="6504829" y="7147996"/>
              <a:ext cx="309407" cy="0"/>
            </a:xfrm>
            <a:prstGeom prst="line">
              <a:avLst/>
            </a:prstGeom>
            <a:ln w="38100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7B5215D6-074E-E503-1ECB-83A39B78446E}"/>
                </a:ext>
              </a:extLst>
            </p:cNvPr>
            <p:cNvCxnSpPr>
              <a:cxnSpLocks/>
            </p:cNvCxnSpPr>
            <p:nvPr/>
          </p:nvCxnSpPr>
          <p:spPr>
            <a:xfrm>
              <a:off x="6829740" y="7147996"/>
              <a:ext cx="7260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52194CBE-B058-59A2-2CD3-FD5E0B5D18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66517" y="6781800"/>
              <a:ext cx="0" cy="35052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F19BAD30-FBBB-9D4B-3577-F75877400D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62714" y="6082221"/>
              <a:ext cx="0" cy="680226"/>
            </a:xfrm>
            <a:prstGeom prst="line">
              <a:avLst/>
            </a:prstGeom>
            <a:ln w="38100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6E85C2F-3C31-112E-64B7-58C88A5E437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63678" y="5646390"/>
              <a:ext cx="0" cy="423185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CCA607F0-9DB3-6277-E4FD-140D2E6660D6}"/>
                </a:ext>
              </a:extLst>
            </p:cNvPr>
            <p:cNvCxnSpPr>
              <a:cxnSpLocks/>
            </p:cNvCxnSpPr>
            <p:nvPr/>
          </p:nvCxnSpPr>
          <p:spPr>
            <a:xfrm>
              <a:off x="6381341" y="5696036"/>
              <a:ext cx="12958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5EFCC4DC-D903-B728-EF35-D20218128E7E}"/>
                </a:ext>
              </a:extLst>
            </p:cNvPr>
            <p:cNvCxnSpPr>
              <a:cxnSpLocks/>
            </p:cNvCxnSpPr>
            <p:nvPr/>
          </p:nvCxnSpPr>
          <p:spPr>
            <a:xfrm>
              <a:off x="6401194" y="5792239"/>
              <a:ext cx="51106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FF87A803-261A-AA61-659E-4DDEDF10FBF1}"/>
                </a:ext>
              </a:extLst>
            </p:cNvPr>
            <p:cNvCxnSpPr>
              <a:cxnSpLocks/>
            </p:cNvCxnSpPr>
            <p:nvPr/>
          </p:nvCxnSpPr>
          <p:spPr>
            <a:xfrm>
              <a:off x="6530340" y="5696036"/>
              <a:ext cx="331908" cy="0"/>
            </a:xfrm>
            <a:prstGeom prst="line">
              <a:avLst/>
            </a:prstGeom>
            <a:ln w="38100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A45D9E79-51CC-2750-8096-ED820C676659}"/>
                </a:ext>
              </a:extLst>
            </p:cNvPr>
            <p:cNvCxnSpPr>
              <a:cxnSpLocks/>
            </p:cNvCxnSpPr>
            <p:nvPr/>
          </p:nvCxnSpPr>
          <p:spPr>
            <a:xfrm>
              <a:off x="6839652" y="5696036"/>
              <a:ext cx="7260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3F121F42-BC88-E5FC-54C6-A84FE6244BA6}"/>
              </a:ext>
            </a:extLst>
          </p:cNvPr>
          <p:cNvCxnSpPr>
            <a:cxnSpLocks/>
          </p:cNvCxnSpPr>
          <p:nvPr/>
        </p:nvCxnSpPr>
        <p:spPr>
          <a:xfrm>
            <a:off x="2469282" y="7476168"/>
            <a:ext cx="70730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CDABA68D-F516-8366-7100-940638E9574A}"/>
              </a:ext>
            </a:extLst>
          </p:cNvPr>
          <p:cNvCxnSpPr>
            <a:cxnSpLocks/>
          </p:cNvCxnSpPr>
          <p:nvPr/>
        </p:nvCxnSpPr>
        <p:spPr>
          <a:xfrm flipH="1">
            <a:off x="2469282" y="7962492"/>
            <a:ext cx="707307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Rectangle 132">
            <a:extLst>
              <a:ext uri="{FF2B5EF4-FFF2-40B4-BE49-F238E27FC236}">
                <a16:creationId xmlns:a16="http://schemas.microsoft.com/office/drawing/2014/main" id="{D183F87C-9428-DDB3-A78B-27B5F2AAD8F3}"/>
              </a:ext>
            </a:extLst>
          </p:cNvPr>
          <p:cNvSpPr/>
          <p:nvPr/>
        </p:nvSpPr>
        <p:spPr>
          <a:xfrm>
            <a:off x="4724400" y="6683735"/>
            <a:ext cx="312906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+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DFB77E6-DF5A-97A0-1858-6F02B828C35B}"/>
              </a:ext>
            </a:extLst>
          </p:cNvPr>
          <p:cNvSpPr/>
          <p:nvPr/>
        </p:nvSpPr>
        <p:spPr>
          <a:xfrm>
            <a:off x="4743165" y="6993636"/>
            <a:ext cx="295274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5" name="Freeform: Shape 134">
            <a:extLst>
              <a:ext uri="{FF2B5EF4-FFF2-40B4-BE49-F238E27FC236}">
                <a16:creationId xmlns:a16="http://schemas.microsoft.com/office/drawing/2014/main" id="{2EA67A85-5F75-10EC-D589-4A8905092F04}"/>
              </a:ext>
            </a:extLst>
          </p:cNvPr>
          <p:cNvSpPr/>
          <p:nvPr/>
        </p:nvSpPr>
        <p:spPr>
          <a:xfrm>
            <a:off x="4759960" y="6248400"/>
            <a:ext cx="1475740" cy="779780"/>
          </a:xfrm>
          <a:custGeom>
            <a:avLst/>
            <a:gdLst>
              <a:gd name="connsiteX0" fmla="*/ 0 w 1475740"/>
              <a:gd name="connsiteY0" fmla="*/ 779780 h 779780"/>
              <a:gd name="connsiteX1" fmla="*/ 383540 w 1475740"/>
              <a:gd name="connsiteY1" fmla="*/ 779780 h 779780"/>
              <a:gd name="connsiteX2" fmla="*/ 383540 w 1475740"/>
              <a:gd name="connsiteY2" fmla="*/ 0 h 779780"/>
              <a:gd name="connsiteX3" fmla="*/ 1475740 w 1475740"/>
              <a:gd name="connsiteY3" fmla="*/ 0 h 779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75740" h="779780">
                <a:moveTo>
                  <a:pt x="0" y="779780"/>
                </a:moveTo>
                <a:lnTo>
                  <a:pt x="383540" y="779780"/>
                </a:lnTo>
                <a:lnTo>
                  <a:pt x="383540" y="0"/>
                </a:lnTo>
                <a:lnTo>
                  <a:pt x="1475740" y="0"/>
                </a:lnTo>
              </a:path>
            </a:pathLst>
          </a:cu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Freeform: Shape 135">
            <a:extLst>
              <a:ext uri="{FF2B5EF4-FFF2-40B4-BE49-F238E27FC236}">
                <a16:creationId xmlns:a16="http://schemas.microsoft.com/office/drawing/2014/main" id="{FA314886-AC00-5026-84DB-536B5C665262}"/>
              </a:ext>
            </a:extLst>
          </p:cNvPr>
          <p:cNvSpPr/>
          <p:nvPr/>
        </p:nvSpPr>
        <p:spPr>
          <a:xfrm>
            <a:off x="4759960" y="6489700"/>
            <a:ext cx="1468120" cy="685800"/>
          </a:xfrm>
          <a:custGeom>
            <a:avLst/>
            <a:gdLst>
              <a:gd name="connsiteX0" fmla="*/ 0 w 1468120"/>
              <a:gd name="connsiteY0" fmla="*/ 685800 h 685800"/>
              <a:gd name="connsiteX1" fmla="*/ 571500 w 1468120"/>
              <a:gd name="connsiteY1" fmla="*/ 685800 h 685800"/>
              <a:gd name="connsiteX2" fmla="*/ 571500 w 1468120"/>
              <a:gd name="connsiteY2" fmla="*/ 0 h 685800"/>
              <a:gd name="connsiteX3" fmla="*/ 1468120 w 1468120"/>
              <a:gd name="connsiteY3" fmla="*/ 0 h 685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68120" h="685800">
                <a:moveTo>
                  <a:pt x="0" y="685800"/>
                </a:moveTo>
                <a:lnTo>
                  <a:pt x="571500" y="685800"/>
                </a:lnTo>
                <a:lnTo>
                  <a:pt x="571500" y="0"/>
                </a:lnTo>
                <a:lnTo>
                  <a:pt x="1468120" y="0"/>
                </a:lnTo>
              </a:path>
            </a:pathLst>
          </a:custGeom>
          <a:noFill/>
          <a:ln w="38100">
            <a:solidFill>
              <a:schemeClr val="tx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02807"/>
      </p:ext>
    </p:extLst>
  </p:cSld>
  <p:clrMapOvr>
    <a:masterClrMapping/>
  </p:clrMapOvr>
</p:sld>
</file>

<file path=ppt/theme/theme1.xml><?xml version="1.0" encoding="utf-8"?>
<a:theme xmlns:a="http://schemas.openxmlformats.org/drawingml/2006/main" name="main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38100">
          <a:solidFill>
            <a:schemeClr val="tx1"/>
          </a:solidFill>
        </a:ln>
      </a:spPr>
      <a:bodyPr rtlCol="0" anchor="ctr"/>
      <a:lstStyle>
        <a:defPPr algn="ctr">
          <a:defRPr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ain.potx" id="{26065B33-0D9D-47B9-8862-A5F3D760A2F9}" vid="{FF12F488-59EA-430A-AE1E-18F8C8DEBF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381EC93E695C41B67E163C96FB0C81" ma:contentTypeVersion="7" ma:contentTypeDescription="Create a new document." ma:contentTypeScope="" ma:versionID="db0f9279e8b02c9849e2b4aad3856d0b">
  <xsd:schema xmlns:xsd="http://www.w3.org/2001/XMLSchema" xmlns:xs="http://www.w3.org/2001/XMLSchema" xmlns:p="http://schemas.microsoft.com/office/2006/metadata/properties" xmlns:ns3="e1a2a908-dc75-4c33-8042-1ee3696f7e9b" xmlns:ns4="29c108f0-c688-4d75-95ff-212ac3a7ece1" targetNamespace="http://schemas.microsoft.com/office/2006/metadata/properties" ma:root="true" ma:fieldsID="433b5a283ecb068df857cd81ab26978b" ns3:_="" ns4:_="">
    <xsd:import namespace="e1a2a908-dc75-4c33-8042-1ee3696f7e9b"/>
    <xsd:import namespace="29c108f0-c688-4d75-95ff-212ac3a7ece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a2a908-dc75-4c33-8042-1ee3696f7e9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c108f0-c688-4d75-95ff-212ac3a7ece1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CF071FC-198D-491C-BE05-6EE38D867360}">
  <ds:schemaRefs>
    <ds:schemaRef ds:uri="http://schemas.openxmlformats.org/package/2006/metadata/core-properties"/>
    <ds:schemaRef ds:uri="e1a2a908-dc75-4c33-8042-1ee3696f7e9b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microsoft.com/office/infopath/2007/PartnerControls"/>
    <ds:schemaRef ds:uri="29c108f0-c688-4d75-95ff-212ac3a7ece1"/>
  </ds:schemaRefs>
</ds:datastoreItem>
</file>

<file path=customXml/itemProps2.xml><?xml version="1.0" encoding="utf-8"?>
<ds:datastoreItem xmlns:ds="http://schemas.openxmlformats.org/officeDocument/2006/customXml" ds:itemID="{FCCD6A73-D129-4BA2-B429-A8309391482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666F1EF-FCF3-4DF4-826F-FE06A3A375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a2a908-dc75-4c33-8042-1ee3696f7e9b"/>
    <ds:schemaRef ds:uri="29c108f0-c688-4d75-95ff-212ac3a7ece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37</TotalTime>
  <Words>33</Words>
  <Application>Microsoft Office PowerPoint</Application>
  <PresentationFormat>Custom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Myriad Pro</vt:lpstr>
      <vt:lpstr>main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Sterling Baird</dc:creator>
  <cp:lastModifiedBy>Sterling Baird</cp:lastModifiedBy>
  <cp:revision>1</cp:revision>
  <dcterms:created xsi:type="dcterms:W3CDTF">2023-04-25T13:00:59Z</dcterms:created>
  <dcterms:modified xsi:type="dcterms:W3CDTF">2023-04-25T13:38:34Z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0x010100F4381EC93E695C41B67E163C96FB0C81</vt:lpwstr>
  </property>
</Properties>
</file>