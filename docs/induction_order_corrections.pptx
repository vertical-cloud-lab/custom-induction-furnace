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7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A39F"/>
    <a:srgbClr val="8575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5847" autoAdjust="0"/>
  </p:normalViewPr>
  <p:slideViewPr>
    <p:cSldViewPr snapToGrid="0">
      <p:cViewPr varScale="1">
        <p:scale>
          <a:sx n="78" d="100"/>
          <a:sy n="78" d="100"/>
        </p:scale>
        <p:origin x="82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290D59-3185-4EB2-A59B-AC0F411BBFB5}" type="datetimeFigureOut">
              <a:rPr lang="en-US" smtClean="0"/>
              <a:t>2021-01-13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7B72C-9A5A-46E4-B7A2-EACF607ECF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036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Basing off of different supplier. Just need to attach one wire to D3 and one wire to GND. Then supply the 0-5V to D3. Simple enough.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47B72C-9A5A-46E4-B7A2-EACF607ECF3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197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https://biz.alibaba.com/ta/detail.htm?orderId=65119374001023338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47B72C-9A5A-46E4-B7A2-EACF607ECF3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722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CEB02-CDE0-4A6F-A1AA-C96E4E2581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ABFEB5-3514-4E3B-90F0-8D04999CF5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F0265-67B9-41C4-A0BD-82EAC2E37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D983E-5BE8-4C41-8888-3F820BDA3DDC}" type="datetimeFigureOut">
              <a:rPr lang="en-US" smtClean="0"/>
              <a:t>2021-01-13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1C9B8-BE3B-4A5D-BF06-B67E9B18C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4FBC9-D8E6-4FFC-BD96-6A8C74CC8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1EF81-87B3-4790-A74D-A1581668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70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35EC2-1724-4950-9CA2-7126A0AC0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B1271-20F3-4868-9368-6B2067367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1D123-38D9-4D25-93B9-17FB0B3CE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D983E-5BE8-4C41-8888-3F820BDA3DDC}" type="datetimeFigureOut">
              <a:rPr lang="en-US" smtClean="0"/>
              <a:t>2021-01-13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BB4D7-64F1-4E7A-826E-1E75A9A16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93696-1DB5-471D-A0C4-BCF76E861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1EF81-87B3-4790-A74D-A1581668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154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21E61-7DE9-47E0-89A4-8A56B2D47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D17ADE-AD51-4502-9B7C-EE9C73749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D3EFC-5F4E-4D3E-AC0C-445A39543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D983E-5BE8-4C41-8888-3F820BDA3DDC}" type="datetimeFigureOut">
              <a:rPr lang="en-US" smtClean="0"/>
              <a:t>2021-01-13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2F9A0-DE59-4F16-8050-8603DADF6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BE38C-03A1-42FE-8B63-0AC671AEC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1EF81-87B3-4790-A74D-A1581668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725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BC0E5-9B5C-4757-95EF-6D72CD943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E1644-5F94-4724-A918-915F97D9B5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10E0F3-CAA6-42E0-8923-B426FBAA5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E0226B-8BD6-429A-B1DC-A13E6CC9E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D983E-5BE8-4C41-8888-3F820BDA3DDC}" type="datetimeFigureOut">
              <a:rPr lang="en-US" smtClean="0"/>
              <a:t>2021-01-13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4B26CE-4800-4733-A9D6-D5D0786F6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766030-E2C4-4B42-B419-152878CF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1EF81-87B3-4790-A74D-A1581668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891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CB6-9453-41E4-9ECC-A132EB593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93F9F-7673-4B31-8514-D97E5A08F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0D3886-C67B-4A7C-ADB3-E03C15394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D0A78B-9C44-4D03-8DA0-0215F17EF1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3360B5-A58A-4262-8B49-7ACE1A33B7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B24262-1198-4922-B0C1-50C5845CC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D983E-5BE8-4C41-8888-3F820BDA3DDC}" type="datetimeFigureOut">
              <a:rPr lang="en-US" smtClean="0"/>
              <a:t>2021-01-13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0DD54F-9C3E-4626-887C-590AF374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4C316E-BCE7-43DA-A916-FF6CC56AD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1EF81-87B3-4790-A74D-A1581668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691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9B9AC-5349-499E-A1B6-AC38845BC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980BCC-FEF2-4F6D-B7C9-986E6ACB6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D983E-5BE8-4C41-8888-3F820BDA3DDC}" type="datetimeFigureOut">
              <a:rPr lang="en-US" smtClean="0"/>
              <a:t>2021-01-13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10083E-2E63-4508-9CE0-5905A34E9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0505B3-2C87-41F1-B1D2-99DE29092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1EF81-87B3-4790-A74D-A1581668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16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63A393-35BA-4EE7-805C-20CD28B7A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D983E-5BE8-4C41-8888-3F820BDA3DDC}" type="datetimeFigureOut">
              <a:rPr lang="en-US" smtClean="0"/>
              <a:t>2021-01-13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CEEF22-3BCA-4172-805C-18FC05632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47528E-5101-4F3C-A2BA-439421E2C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1EF81-87B3-4790-A74D-A1581668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005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8322B-2772-4015-8366-ECB3E6708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DB754-8F55-4216-9FFB-DF1A7FD10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FABC26-850F-4D5B-815A-0BA01E7D92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4575C-386C-4B8E-929E-0EFF953A6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D983E-5BE8-4C41-8888-3F820BDA3DDC}" type="datetimeFigureOut">
              <a:rPr lang="en-US" smtClean="0"/>
              <a:t>2021-01-13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D06011-3A2C-494F-AA4F-9C93BEA23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309516-3EEE-4ABD-BDD0-ACF35816B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1EF81-87B3-4790-A74D-A1581668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904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92F94-1FF3-44B2-B8E8-B4FA66151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3F1E3E-1AC6-49C4-8C70-FE9E5A40A6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C0EA67-F4E5-44FC-A86E-0E066B4EF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D9E04-047A-4DEE-B7D4-7FFB19B4F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D983E-5BE8-4C41-8888-3F820BDA3DDC}" type="datetimeFigureOut">
              <a:rPr lang="en-US" smtClean="0"/>
              <a:t>2021-01-13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6DAF9C-AD98-42D0-BB3C-B494ED18A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472019-3903-4CB3-B544-5A409F501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1EF81-87B3-4790-A74D-A1581668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036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48321-3A9D-4350-A322-63F644A07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8FE583-1F23-4424-8E7C-B1BE440ECB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7C3AF-C88A-452B-88AA-D0A891BDA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D983E-5BE8-4C41-8888-3F820BDA3DDC}" type="datetimeFigureOut">
              <a:rPr lang="en-US" smtClean="0"/>
              <a:t>2021-01-13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F560A-0DF7-444E-BBB1-CAE85C49E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6517B-5240-4257-9821-346D8286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1EF81-87B3-4790-A74D-A1581668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454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AA7038-09CC-4EAF-945D-F7F4DD6266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FD1D59-E169-44F6-BA10-7596E25764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4D78D-6197-42EA-A635-047AF2B7F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D983E-5BE8-4C41-8888-3F820BDA3DDC}" type="datetimeFigureOut">
              <a:rPr lang="en-US" smtClean="0"/>
              <a:t>2021-01-13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F372D-3BB1-4AF2-979D-F1AAD96BA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D78B5-8D2C-4992-9B2B-9B897580E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1EF81-87B3-4790-A74D-A1581668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302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DBAAEF-7353-4CB1-922C-6C426FC9C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C72559-5D4F-4CD0-9152-539E6B690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DB8D05-07F0-412A-BC26-33308177BF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DD983E-5BE8-4C41-8888-3F820BDA3DDC}" type="datetimeFigureOut">
              <a:rPr lang="en-US" smtClean="0"/>
              <a:t>2021-01-13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ABAD5-F494-4F4E-833A-3826C8E73E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642A1-E1B8-449D-B118-29387898DC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91EF81-87B3-4790-A74D-A1581668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679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05E431B1-205B-4F8D-9018-1A69AAF8B782}"/>
              </a:ext>
            </a:extLst>
          </p:cNvPr>
          <p:cNvGrpSpPr/>
          <p:nvPr/>
        </p:nvGrpSpPr>
        <p:grpSpPr>
          <a:xfrm>
            <a:off x="539117" y="451847"/>
            <a:ext cx="8982009" cy="4429963"/>
            <a:chOff x="539117" y="451847"/>
            <a:chExt cx="8982009" cy="442996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DA69D00-4E63-4EDA-8C1F-648DDFFCF761}"/>
                </a:ext>
              </a:extLst>
            </p:cNvPr>
            <p:cNvGrpSpPr/>
            <p:nvPr/>
          </p:nvGrpSpPr>
          <p:grpSpPr>
            <a:xfrm>
              <a:off x="539117" y="451847"/>
              <a:ext cx="4907659" cy="4404733"/>
              <a:chOff x="3745688" y="579863"/>
              <a:chExt cx="4907659" cy="4404733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5A4670BE-ADFC-4BAF-90AC-07163C3BA4B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5447" r="4615" b="20325"/>
              <a:stretch/>
            </p:blipFill>
            <p:spPr bwMode="auto">
              <a:xfrm>
                <a:off x="3745688" y="579863"/>
                <a:ext cx="4907659" cy="440473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1AD25EC-5233-4443-B920-ACD74857CAA8}"/>
                  </a:ext>
                </a:extLst>
              </p:cNvPr>
              <p:cNvSpPr/>
              <p:nvPr/>
            </p:nvSpPr>
            <p:spPr>
              <a:xfrm>
                <a:off x="4603727" y="663047"/>
                <a:ext cx="3191579" cy="646331"/>
              </a:xfrm>
              <a:prstGeom prst="rect">
                <a:avLst/>
              </a:prstGeom>
              <a:solidFill>
                <a:srgbClr val="857554"/>
              </a:solidFill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3600" b="0" cap="none" spc="0" dirty="0">
                    <a:ln w="0"/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Incorrect Model</a:t>
                </a: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18F0C82-0973-46E5-8355-FAE334C92A59}"/>
                </a:ext>
              </a:extLst>
            </p:cNvPr>
            <p:cNvGrpSpPr/>
            <p:nvPr/>
          </p:nvGrpSpPr>
          <p:grpSpPr>
            <a:xfrm>
              <a:off x="5768276" y="451847"/>
              <a:ext cx="3752850" cy="4429963"/>
              <a:chOff x="5634927" y="200711"/>
              <a:chExt cx="3752850" cy="4429963"/>
            </a:xfrm>
          </p:grpSpPr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DD2551CE-F839-42F1-B745-55F0F5D993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34927" y="877824"/>
                <a:ext cx="3752850" cy="3752850"/>
              </a:xfrm>
              <a:prstGeom prst="rect">
                <a:avLst/>
              </a:prstGeom>
            </p:spPr>
          </p:pic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FE1A588-9859-48E3-852B-BA5285886685}"/>
                  </a:ext>
                </a:extLst>
              </p:cNvPr>
              <p:cNvSpPr/>
              <p:nvPr/>
            </p:nvSpPr>
            <p:spPr>
              <a:xfrm>
                <a:off x="6067527" y="200711"/>
                <a:ext cx="2887650" cy="64633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3600" b="0" cap="none" spc="0" dirty="0">
                    <a:ln w="0"/>
                    <a:solidFill>
                      <a:srgbClr val="00B05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Correct Model</a:t>
                </a:r>
              </a:p>
            </p:txBody>
          </p:sp>
        </p:grpSp>
      </p:grpSp>
      <p:pic>
        <p:nvPicPr>
          <p:cNvPr id="9" name="Picture 2">
            <a:extLst>
              <a:ext uri="{FF2B5EF4-FFF2-40B4-BE49-F238E27FC236}">
                <a16:creationId xmlns:a16="http://schemas.microsoft.com/office/drawing/2014/main" id="{4495AD96-FBFA-4C57-87C5-41A9E12003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76" r="4615" b="20324"/>
          <a:stretch/>
        </p:blipFill>
        <p:spPr bwMode="auto">
          <a:xfrm>
            <a:off x="3369997" y="2578535"/>
            <a:ext cx="4907659" cy="3744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5566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5A8E3D2-762E-4F08-9005-451025D38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459" y="1127560"/>
            <a:ext cx="9163082" cy="460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511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EDE0BAE6-1544-4F5B-9C08-79C3F55AEC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34" b="11733"/>
          <a:stretch/>
        </p:blipFill>
        <p:spPr bwMode="auto">
          <a:xfrm>
            <a:off x="642303" y="1188720"/>
            <a:ext cx="5145087" cy="4206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E39E102-3755-4302-A62F-A688B94100C9}"/>
              </a:ext>
            </a:extLst>
          </p:cNvPr>
          <p:cNvCxnSpPr/>
          <p:nvPr/>
        </p:nvCxnSpPr>
        <p:spPr>
          <a:xfrm>
            <a:off x="3154680" y="2249424"/>
            <a:ext cx="0" cy="594360"/>
          </a:xfrm>
          <a:prstGeom prst="straightConnector1">
            <a:avLst/>
          </a:prstGeom>
          <a:ln w="5715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0CB77CAB-7B49-4216-8E71-4A26B0BA3ECE}"/>
              </a:ext>
            </a:extLst>
          </p:cNvPr>
          <p:cNvSpPr/>
          <p:nvPr/>
        </p:nvSpPr>
        <p:spPr>
          <a:xfrm>
            <a:off x="3789493" y="2338643"/>
            <a:ext cx="1997897" cy="584775"/>
          </a:xfrm>
          <a:prstGeom prst="rect">
            <a:avLst/>
          </a:prstGeom>
          <a:solidFill>
            <a:srgbClr val="A8A39F"/>
          </a:solidFill>
        </p:spPr>
        <p:txBody>
          <a:bodyPr wrap="square" lIns="91440" tIns="45720" rIns="91440" bIns="4572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1600" b="0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Spacing is too big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160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Need more coils</a:t>
            </a:r>
            <a:endParaRPr lang="en-US" sz="1600" b="0" cap="none" spc="0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BB2C9C-97EF-4283-B04E-527DDE82B1C0}"/>
              </a:ext>
            </a:extLst>
          </p:cNvPr>
          <p:cNvSpPr/>
          <p:nvPr/>
        </p:nvSpPr>
        <p:spPr>
          <a:xfrm>
            <a:off x="642303" y="2415586"/>
            <a:ext cx="793302" cy="1015663"/>
          </a:xfrm>
          <a:prstGeom prst="rect">
            <a:avLst/>
          </a:prstGeom>
          <a:solidFill>
            <a:srgbClr val="A8A39F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Coil is too tall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A41F9BA-6C6F-4489-8C54-3D5CB1ED989E}"/>
              </a:ext>
            </a:extLst>
          </p:cNvPr>
          <p:cNvCxnSpPr>
            <a:cxnSpLocks/>
          </p:cNvCxnSpPr>
          <p:nvPr/>
        </p:nvCxnSpPr>
        <p:spPr>
          <a:xfrm>
            <a:off x="1038954" y="1558498"/>
            <a:ext cx="0" cy="857088"/>
          </a:xfrm>
          <a:prstGeom prst="straightConnector1">
            <a:avLst/>
          </a:prstGeom>
          <a:ln w="5715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0A9E5AD-ECD6-4388-A8FA-9DDEC56FECFD}"/>
              </a:ext>
            </a:extLst>
          </p:cNvPr>
          <p:cNvCxnSpPr>
            <a:cxnSpLocks/>
          </p:cNvCxnSpPr>
          <p:nvPr/>
        </p:nvCxnSpPr>
        <p:spPr>
          <a:xfrm flipV="1">
            <a:off x="1038954" y="3431249"/>
            <a:ext cx="0" cy="840115"/>
          </a:xfrm>
          <a:prstGeom prst="straightConnector1">
            <a:avLst/>
          </a:prstGeom>
          <a:ln w="5715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4EA126E-507E-47FD-B3C0-62555ACEB181}"/>
              </a:ext>
            </a:extLst>
          </p:cNvPr>
          <p:cNvSpPr/>
          <p:nvPr/>
        </p:nvSpPr>
        <p:spPr>
          <a:xfrm>
            <a:off x="1546863" y="665500"/>
            <a:ext cx="3335966" cy="523220"/>
          </a:xfrm>
          <a:prstGeom prst="rect">
            <a:avLst/>
          </a:prstGeom>
          <a:solidFill>
            <a:srgbClr val="A8A39F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Incorrect Coil</a:t>
            </a:r>
            <a:endParaRPr lang="en-US" sz="2800" b="0" cap="none" spc="0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0C33EE-D7AD-410D-99A9-399924D25A00}"/>
              </a:ext>
            </a:extLst>
          </p:cNvPr>
          <p:cNvSpPr/>
          <p:nvPr/>
        </p:nvSpPr>
        <p:spPr>
          <a:xfrm>
            <a:off x="6962682" y="603944"/>
            <a:ext cx="231954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Correct coil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6CAFB81-04E8-4F3B-A089-AB7B4BC1D999}"/>
              </a:ext>
            </a:extLst>
          </p:cNvPr>
          <p:cNvCxnSpPr>
            <a:cxnSpLocks/>
          </p:cNvCxnSpPr>
          <p:nvPr/>
        </p:nvCxnSpPr>
        <p:spPr>
          <a:xfrm>
            <a:off x="7161972" y="1907723"/>
            <a:ext cx="0" cy="1322776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8F892A30-4872-4F73-AB06-8D71C410BA5E}"/>
              </a:ext>
            </a:extLst>
          </p:cNvPr>
          <p:cNvSpPr/>
          <p:nvPr/>
        </p:nvSpPr>
        <p:spPr>
          <a:xfrm>
            <a:off x="6584759" y="2234897"/>
            <a:ext cx="56457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3”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39F6CFD-A48C-47DD-9F3C-AF505B994A75}"/>
              </a:ext>
            </a:extLst>
          </p:cNvPr>
          <p:cNvSpPr/>
          <p:nvPr/>
        </p:nvSpPr>
        <p:spPr>
          <a:xfrm>
            <a:off x="7747853" y="1142623"/>
            <a:ext cx="132760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2.5</a:t>
            </a:r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” ID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C9CC20B4-0A96-4CC9-894A-4324C00E8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892561" y="4980422"/>
            <a:ext cx="30483" cy="237765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760B17EE-7357-4548-9BDE-3D5FC8D06A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26683" y="1788951"/>
            <a:ext cx="1846875" cy="1640049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334C2A03-2E65-481E-B7E9-7BC2DCEBF6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53969" y="3429000"/>
            <a:ext cx="1936972" cy="2172153"/>
          </a:xfrm>
          <a:prstGeom prst="rect">
            <a:avLst/>
          </a:prstGeom>
        </p:spPr>
      </p:pic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D0FADF8-DA70-4AE6-B1F1-C2B87CFA5F5D}"/>
              </a:ext>
            </a:extLst>
          </p:cNvPr>
          <p:cNvCxnSpPr>
            <a:cxnSpLocks/>
          </p:cNvCxnSpPr>
          <p:nvPr/>
        </p:nvCxnSpPr>
        <p:spPr>
          <a:xfrm>
            <a:off x="7865581" y="1788951"/>
            <a:ext cx="1092152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5402BE24-C523-4E90-B2CF-5983F02AD0F1}"/>
              </a:ext>
            </a:extLst>
          </p:cNvPr>
          <p:cNvSpPr/>
          <p:nvPr/>
        </p:nvSpPr>
        <p:spPr>
          <a:xfrm>
            <a:off x="9282228" y="2278015"/>
            <a:ext cx="151182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6.5 loops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553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BF8EB3-2588-4488-928B-FC14A2214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902" y="874554"/>
            <a:ext cx="10370195" cy="510889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65432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F11451-6D96-4C2F-94AA-10E7D60C2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36" y="1151946"/>
            <a:ext cx="4517528" cy="455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157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BCA23-12F6-4B89-8A16-10BE02386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Modification of Temp Control</a:t>
            </a:r>
          </a:p>
        </p:txBody>
      </p:sp>
      <p:pic>
        <p:nvPicPr>
          <p:cNvPr id="5" name="Content Placeholder 4" descr="A picture containing text, parking, meter, machine&#10;&#10;Description automatically generated">
            <a:extLst>
              <a:ext uri="{FF2B5EF4-FFF2-40B4-BE49-F238E27FC236}">
                <a16:creationId xmlns:a16="http://schemas.microsoft.com/office/drawing/2014/main" id="{0A95E8A5-1AC1-4E97-B1CF-D486E21C1F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6371" y="1690688"/>
            <a:ext cx="3123485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FC456D-9F72-4F55-8B15-D1A11C9CDC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7091" y="1442433"/>
            <a:ext cx="3715504" cy="4847848"/>
          </a:xfrm>
          <a:prstGeom prst="rect">
            <a:avLst/>
          </a:prstGeom>
        </p:spPr>
      </p:pic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66F0B6D8-7F5D-4FD4-B13C-ECA47834F0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45" y="2079995"/>
            <a:ext cx="4668482" cy="337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044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6B1A9E-1DEB-4342-9AF4-53FF07823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81" y="1005630"/>
            <a:ext cx="11876037" cy="484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211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D02C0-6D7E-4174-971E-7D3F330D1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Order correct coils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EB4AA-4B4B-4CAC-A00C-0ED874F2C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902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82</Words>
  <Application>Microsoft Office PowerPoint</Application>
  <PresentationFormat>Widescreen</PresentationFormat>
  <Paragraphs>16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Modification of Temp Control</vt:lpstr>
      <vt:lpstr>PowerPoint Presentation</vt:lpstr>
      <vt:lpstr>Order correct coils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Sterling Baird</dc:creator>
  <cp:lastModifiedBy>Sterling Baird</cp:lastModifiedBy>
  <cp:revision>13</cp:revision>
  <dcterms:created xsi:type="dcterms:W3CDTF">2020-07-29T19:30:18Z</dcterms:created>
  <dcterms:modified xsi:type="dcterms:W3CDTF">2021-01-13T10:25:29Z</dcterms:modified>
</cp:coreProperties>
</file>