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rling Baird" initials="SB" lastIdx="1" clrIdx="0">
    <p:extLst>
      <p:ext uri="{19B8F6BF-5375-455C-9EA6-DF929625EA0E}">
        <p15:presenceInfo xmlns:p15="http://schemas.microsoft.com/office/powerpoint/2012/main" userId="03386289169d8f0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75" d="100"/>
          <a:sy n="75" d="100"/>
        </p:scale>
        <p:origin x="178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75DA-368B-4C41-BAAA-DE19D750A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DD674-7104-4D4A-879F-6A997E235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82154-44AD-4778-8AE7-A8ABB8568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BD4D8-CFB5-4F82-81AA-8919361E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6CA0A-A987-47E5-B824-EFD070A1C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8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84B7-0CA9-49E4-B831-60D44053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7607-A99C-43A3-98C4-4DCFC68EC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74FB3-F875-4908-8722-92D1B4AD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BFCC-FE96-464B-8E14-F1298F5C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F8E53-C055-41A0-A4FD-8E84FA45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1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DE54-60E1-45C2-97BB-EEC89F02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8E9D2-2D7C-4C21-9E65-7B3F216B2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CB012-4ACB-4EF2-A556-4F1A9D97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A38A7-C215-4561-BDAC-5A997C2C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302A3-A655-447C-A5DA-3A0000A7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B777-309B-4F9B-8D50-AEC5B0F3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E19A-2422-4D42-9EAB-68675130D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BE4D3-28EA-438D-B510-5BB920282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5D0B1-FE36-491E-8EFC-6520DA66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5F29C-5AA8-4255-ACEF-BD58D3DB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6A7F3-B677-4CF5-835B-D8DAFBA0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5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ECFD-456C-43EF-B8D7-9EEE9AE9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E0CC6-425C-42BB-ACC0-9C9155E9C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11E9E-7CEB-448F-8920-58D951451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BA8FDD-F326-4028-B9F1-6D20011D2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52416-DC61-4ADB-ADD6-9159D9194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3A96B-8AF9-48E5-99EC-8844D1036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182AC1-0B6C-495C-89A6-774FC37F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AA5C0-5D21-49F2-9030-020FBDDC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7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33F0-9F4F-4FE8-8BFD-FEC358AA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2DFA0-2FB0-4626-932F-92D7CAFE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0EFA9-4A6D-47D6-89A1-66AE1BE5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0EBD0-6128-4DB8-9982-0B5E538F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5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8749A-F217-4CEB-A268-F355FDC4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EE37F-39F9-4C13-BBA3-BDB49334C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596A9-B634-4827-AAEC-BB8C59DA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4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EE2A-C80C-4623-9C45-9F9159EF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8C07-ECBE-4578-9D40-97A5BAA38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777CD-14D7-4653-B181-76BB8D096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A3397-9050-4CE0-942D-255E9CFF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D3CE5-738C-47C5-824A-F25B91F4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0C129-A8E6-452D-BDE3-8595AE82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8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8396-D44B-4039-A784-E22D2861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10AC5-61C6-4A5E-8CFC-22BCF79D0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B8451-D1F3-4619-A0C4-7B9907BC1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96591-88CB-4358-8598-B0D7CFCB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AC3AE-674E-4F5B-A82F-03FB039A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7E851-9D07-4FA2-9117-A2A28ACF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0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EB3A-3544-4B5D-B724-93DF2FF4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F2B6F-F2C5-46FF-8228-FF8DEA704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579E0-35FD-4C18-BC3A-3B6B1F99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3C4EB-0959-4788-A919-3B31751F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E2DB-A688-4C36-8076-C19FD305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4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01637D-24AD-4EDB-A271-03A0E2E7C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E0572-BABF-4E43-A8D8-E0F377215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AF996-7E65-4014-B3D5-3C9442D3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A2807-A368-4DFF-BAC3-D2D5802C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B038-3644-468E-8673-ABF20F09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3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82D6E-9A77-4796-95D9-B5FB89DD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F8DCF-4DD0-491C-AFDB-7AD74419E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CB760-4481-474F-B82F-BABE5386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8C92E-E926-490B-AE2D-F45D8929F629}" type="datetimeFigureOut">
              <a:rPr lang="en-US" smtClean="0"/>
              <a:t>2020-09-08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BB8E6-0301-447B-9C95-0F4813217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DCFB1-D0E5-43B1-AE2D-A63C42B5E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7E74B-E217-4680-BDA5-DD35F129D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8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06EF9A68-46F2-4267-AE12-D4F60D6DCBE0}"/>
              </a:ext>
            </a:extLst>
          </p:cNvPr>
          <p:cNvSpPr/>
          <p:nvPr/>
        </p:nvSpPr>
        <p:spPr>
          <a:xfrm>
            <a:off x="2641822" y="1174750"/>
            <a:ext cx="6525857" cy="5214872"/>
          </a:xfrm>
          <a:custGeom>
            <a:avLst/>
            <a:gdLst>
              <a:gd name="connsiteX0" fmla="*/ 6985000 w 7937500"/>
              <a:gd name="connsiteY0" fmla="*/ 0 h 6210300"/>
              <a:gd name="connsiteX1" fmla="*/ 7937500 w 7937500"/>
              <a:gd name="connsiteY1" fmla="*/ 0 h 6210300"/>
              <a:gd name="connsiteX2" fmla="*/ 7937500 w 7937500"/>
              <a:gd name="connsiteY2" fmla="*/ 6210300 h 6210300"/>
              <a:gd name="connsiteX3" fmla="*/ 0 w 7937500"/>
              <a:gd name="connsiteY3" fmla="*/ 6203950 h 6210300"/>
              <a:gd name="connsiteX0" fmla="*/ 6775956 w 7937500"/>
              <a:gd name="connsiteY0" fmla="*/ 0 h 6210300"/>
              <a:gd name="connsiteX1" fmla="*/ 7937500 w 7937500"/>
              <a:gd name="connsiteY1" fmla="*/ 0 h 6210300"/>
              <a:gd name="connsiteX2" fmla="*/ 7937500 w 7937500"/>
              <a:gd name="connsiteY2" fmla="*/ 6210300 h 6210300"/>
              <a:gd name="connsiteX3" fmla="*/ 0 w 7937500"/>
              <a:gd name="connsiteY3" fmla="*/ 6203950 h 621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37500" h="6210300">
                <a:moveTo>
                  <a:pt x="6775956" y="0"/>
                </a:moveTo>
                <a:lnTo>
                  <a:pt x="7937500" y="0"/>
                </a:lnTo>
                <a:lnTo>
                  <a:pt x="7937500" y="6210300"/>
                </a:lnTo>
                <a:lnTo>
                  <a:pt x="0" y="6203950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56D040-82B9-4846-921C-F39BB7513218}"/>
              </a:ext>
            </a:extLst>
          </p:cNvPr>
          <p:cNvSpPr/>
          <p:nvPr/>
        </p:nvSpPr>
        <p:spPr>
          <a:xfrm>
            <a:off x="4924943" y="4535598"/>
            <a:ext cx="2067339" cy="800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9D6A3B-34A5-4CF1-A684-3BA4CC7C94A2}"/>
              </a:ext>
            </a:extLst>
          </p:cNvPr>
          <p:cNvSpPr/>
          <p:nvPr/>
        </p:nvSpPr>
        <p:spPr>
          <a:xfrm>
            <a:off x="4718556" y="5336536"/>
            <a:ext cx="2723667" cy="142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Blocks</a:t>
            </a:r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AA5F6712-12BE-4BC7-8F05-AAB7D4EBEDFC}"/>
              </a:ext>
            </a:extLst>
          </p:cNvPr>
          <p:cNvSpPr/>
          <p:nvPr/>
        </p:nvSpPr>
        <p:spPr>
          <a:xfrm>
            <a:off x="5598884" y="4143879"/>
            <a:ext cx="752684" cy="771986"/>
          </a:xfrm>
          <a:prstGeom prst="blockArc">
            <a:avLst>
              <a:gd name="adj1" fmla="val 10800000"/>
              <a:gd name="adj2" fmla="val 17246896"/>
              <a:gd name="adj3" fmla="val 250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520FE-376E-4255-8D6B-EC52CD2AC6C0}"/>
              </a:ext>
            </a:extLst>
          </p:cNvPr>
          <p:cNvSpPr/>
          <p:nvPr/>
        </p:nvSpPr>
        <p:spPr>
          <a:xfrm rot="877597">
            <a:off x="6029099" y="4399605"/>
            <a:ext cx="1900179" cy="187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Bellows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2063AEB1-F8B0-4667-B3BF-5B4E326DACD7}"/>
              </a:ext>
            </a:extLst>
          </p:cNvPr>
          <p:cNvSpPr/>
          <p:nvPr/>
        </p:nvSpPr>
        <p:spPr>
          <a:xfrm rot="10800000">
            <a:off x="7538987" y="4073643"/>
            <a:ext cx="752684" cy="752684"/>
          </a:xfrm>
          <a:prstGeom prst="blockArc">
            <a:avLst>
              <a:gd name="adj1" fmla="val 10800000"/>
              <a:gd name="adj2" fmla="val 16724555"/>
              <a:gd name="adj3" fmla="val 243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07BD05-FAA3-4ACA-9FBB-C83EEB7494D2}"/>
              </a:ext>
            </a:extLst>
          </p:cNvPr>
          <p:cNvCxnSpPr>
            <a:cxnSpLocks/>
          </p:cNvCxnSpPr>
          <p:nvPr/>
        </p:nvCxnSpPr>
        <p:spPr>
          <a:xfrm>
            <a:off x="8014611" y="3251695"/>
            <a:ext cx="3387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262195-C895-4B77-8679-EFF18A060068}"/>
              </a:ext>
            </a:extLst>
          </p:cNvPr>
          <p:cNvCxnSpPr>
            <a:cxnSpLocks/>
          </p:cNvCxnSpPr>
          <p:nvPr/>
        </p:nvCxnSpPr>
        <p:spPr>
          <a:xfrm>
            <a:off x="8016918" y="3335582"/>
            <a:ext cx="3387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0D660B-7BD2-4B74-8BD9-F203FA8C308B}"/>
              </a:ext>
            </a:extLst>
          </p:cNvPr>
          <p:cNvCxnSpPr>
            <a:cxnSpLocks/>
          </p:cNvCxnSpPr>
          <p:nvPr/>
        </p:nvCxnSpPr>
        <p:spPr>
          <a:xfrm>
            <a:off x="8016918" y="3424088"/>
            <a:ext cx="3387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A470614-BFEA-4E85-AE28-CD1521972757}"/>
              </a:ext>
            </a:extLst>
          </p:cNvPr>
          <p:cNvSpPr/>
          <p:nvPr/>
        </p:nvSpPr>
        <p:spPr>
          <a:xfrm>
            <a:off x="8030772" y="3902788"/>
            <a:ext cx="336167" cy="549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C6CA3F-247E-4225-94D5-C6CC7678DC12}"/>
              </a:ext>
            </a:extLst>
          </p:cNvPr>
          <p:cNvSpPr/>
          <p:nvPr/>
        </p:nvSpPr>
        <p:spPr>
          <a:xfrm>
            <a:off x="8366939" y="4129979"/>
            <a:ext cx="196999" cy="145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783D9E-6F73-4448-93AA-86AF6B746EFA}"/>
              </a:ext>
            </a:extLst>
          </p:cNvPr>
          <p:cNvSpPr/>
          <p:nvPr/>
        </p:nvSpPr>
        <p:spPr>
          <a:xfrm>
            <a:off x="8058479" y="2711434"/>
            <a:ext cx="260899" cy="11913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118EE2-5451-4AB0-9E24-3BF8A6369D85}"/>
              </a:ext>
            </a:extLst>
          </p:cNvPr>
          <p:cNvSpPr/>
          <p:nvPr/>
        </p:nvSpPr>
        <p:spPr>
          <a:xfrm>
            <a:off x="8025999" y="2471144"/>
            <a:ext cx="336167" cy="24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64B3E9-503C-4639-980A-605A7820D67D}"/>
              </a:ext>
            </a:extLst>
          </p:cNvPr>
          <p:cNvSpPr/>
          <p:nvPr/>
        </p:nvSpPr>
        <p:spPr>
          <a:xfrm rot="16200000">
            <a:off x="7757642" y="1670173"/>
            <a:ext cx="872881" cy="424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Pyrometer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1698CC-9C2F-4962-90C5-C0D0A25E51E6}"/>
              </a:ext>
            </a:extLst>
          </p:cNvPr>
          <p:cNvSpPr/>
          <p:nvPr/>
        </p:nvSpPr>
        <p:spPr>
          <a:xfrm>
            <a:off x="8563937" y="4073642"/>
            <a:ext cx="545582" cy="276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Gauge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1924CE-9A69-4305-BC39-48263B01E792}"/>
              </a:ext>
            </a:extLst>
          </p:cNvPr>
          <p:cNvSpPr/>
          <p:nvPr/>
        </p:nvSpPr>
        <p:spPr>
          <a:xfrm>
            <a:off x="5998536" y="1903247"/>
            <a:ext cx="1688621" cy="33441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Pyrometer Holder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3B258A0-4CFA-41E7-856C-87699D723F8F}"/>
              </a:ext>
            </a:extLst>
          </p:cNvPr>
          <p:cNvSpPr/>
          <p:nvPr/>
        </p:nvSpPr>
        <p:spPr>
          <a:xfrm>
            <a:off x="6548928" y="2292411"/>
            <a:ext cx="1138229" cy="33441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Quartz Disc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8AC12F3-9E38-43BE-A489-DD23A3A7CD8D}"/>
              </a:ext>
            </a:extLst>
          </p:cNvPr>
          <p:cNvSpPr/>
          <p:nvPr/>
        </p:nvSpPr>
        <p:spPr>
          <a:xfrm>
            <a:off x="8025998" y="2429747"/>
            <a:ext cx="336167" cy="413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593C2A-C695-45F3-A57F-82A1BCBBC223}"/>
              </a:ext>
            </a:extLst>
          </p:cNvPr>
          <p:cNvSpPr/>
          <p:nvPr/>
        </p:nvSpPr>
        <p:spPr>
          <a:xfrm>
            <a:off x="8025998" y="2360266"/>
            <a:ext cx="336167" cy="6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086BB09-DDBE-425A-8395-DB4381C4200D}"/>
              </a:ext>
            </a:extLst>
          </p:cNvPr>
          <p:cNvCxnSpPr>
            <a:cxnSpLocks/>
          </p:cNvCxnSpPr>
          <p:nvPr/>
        </p:nvCxnSpPr>
        <p:spPr>
          <a:xfrm flipV="1">
            <a:off x="8201744" y="1004563"/>
            <a:ext cx="0" cy="4427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93AA90C-6C09-48FB-AF1B-AFD2C6CE5027}"/>
              </a:ext>
            </a:extLst>
          </p:cNvPr>
          <p:cNvCxnSpPr>
            <a:stCxn id="52" idx="3"/>
          </p:cNvCxnSpPr>
          <p:nvPr/>
        </p:nvCxnSpPr>
        <p:spPr>
          <a:xfrm>
            <a:off x="7687157" y="2070454"/>
            <a:ext cx="228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6A5CF99-4459-4ECC-9BC4-A52752D8958A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7687157" y="2450446"/>
            <a:ext cx="338841" cy="9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29BC58B5-1248-4CBB-9455-EE9E41DF809C}"/>
              </a:ext>
            </a:extLst>
          </p:cNvPr>
          <p:cNvSpPr/>
          <p:nvPr/>
        </p:nvSpPr>
        <p:spPr>
          <a:xfrm>
            <a:off x="627680" y="4491884"/>
            <a:ext cx="2723667" cy="310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0182EA1-398A-4A1D-A1FA-6472D5C27BFD}"/>
              </a:ext>
            </a:extLst>
          </p:cNvPr>
          <p:cNvSpPr/>
          <p:nvPr/>
        </p:nvSpPr>
        <p:spPr>
          <a:xfrm>
            <a:off x="2972011" y="4802366"/>
            <a:ext cx="262630" cy="1966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BFFC2E8-1108-4056-997E-1FB28F00C6E9}"/>
              </a:ext>
            </a:extLst>
          </p:cNvPr>
          <p:cNvSpPr/>
          <p:nvPr/>
        </p:nvSpPr>
        <p:spPr>
          <a:xfrm>
            <a:off x="710908" y="4796965"/>
            <a:ext cx="262630" cy="1966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8" name="Graphic 77" descr="Laptop">
            <a:extLst>
              <a:ext uri="{FF2B5EF4-FFF2-40B4-BE49-F238E27FC236}">
                <a16:creationId xmlns:a16="http://schemas.microsoft.com/office/drawing/2014/main" id="{D0B02DF3-64F7-407B-A199-D1EAB195F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6781" y="3183521"/>
            <a:ext cx="1613444" cy="1613444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BF768F17-B611-422E-B13D-4514B5B67943}"/>
              </a:ext>
            </a:extLst>
          </p:cNvPr>
          <p:cNvSpPr/>
          <p:nvPr/>
        </p:nvSpPr>
        <p:spPr>
          <a:xfrm rot="16200000">
            <a:off x="2074489" y="6182841"/>
            <a:ext cx="670001" cy="456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DAQ</a:t>
            </a: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01B355E8-BFF1-4004-93B6-E045B2F86732}"/>
              </a:ext>
            </a:extLst>
          </p:cNvPr>
          <p:cNvSpPr/>
          <p:nvPr/>
        </p:nvSpPr>
        <p:spPr>
          <a:xfrm>
            <a:off x="2637749" y="4382989"/>
            <a:ext cx="820522" cy="1776646"/>
          </a:xfrm>
          <a:custGeom>
            <a:avLst/>
            <a:gdLst>
              <a:gd name="connsiteX0" fmla="*/ 0 w 889000"/>
              <a:gd name="connsiteY0" fmla="*/ 1962150 h 1962150"/>
              <a:gd name="connsiteX1" fmla="*/ 889000 w 889000"/>
              <a:gd name="connsiteY1" fmla="*/ 1962150 h 1962150"/>
              <a:gd name="connsiteX2" fmla="*/ 889000 w 889000"/>
              <a:gd name="connsiteY2" fmla="*/ 0 h 1962150"/>
              <a:gd name="connsiteX3" fmla="*/ 508000 w 889000"/>
              <a:gd name="connsiteY3" fmla="*/ 0 h 196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000" h="1962150">
                <a:moveTo>
                  <a:pt x="0" y="1962150"/>
                </a:moveTo>
                <a:lnTo>
                  <a:pt x="889000" y="1962150"/>
                </a:lnTo>
                <a:lnTo>
                  <a:pt x="889000" y="0"/>
                </a:lnTo>
                <a:lnTo>
                  <a:pt x="508000" y="0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9CCD0-2C86-4798-B7DE-F7314C459274}"/>
              </a:ext>
            </a:extLst>
          </p:cNvPr>
          <p:cNvSpPr/>
          <p:nvPr/>
        </p:nvSpPr>
        <p:spPr>
          <a:xfrm>
            <a:off x="10343944" y="390370"/>
            <a:ext cx="704651" cy="3344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BE997AB-A630-407C-9A10-E907E7BCBC70}"/>
              </a:ext>
            </a:extLst>
          </p:cNvPr>
          <p:cNvCxnSpPr/>
          <p:nvPr/>
        </p:nvCxnSpPr>
        <p:spPr>
          <a:xfrm flipV="1">
            <a:off x="8203833" y="702112"/>
            <a:ext cx="0" cy="319699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292925C-94D0-41C8-9FB5-C33F888AFB29}"/>
              </a:ext>
            </a:extLst>
          </p:cNvPr>
          <p:cNvCxnSpPr/>
          <p:nvPr/>
        </p:nvCxnSpPr>
        <p:spPr>
          <a:xfrm flipV="1">
            <a:off x="10745185" y="813451"/>
            <a:ext cx="0" cy="319699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3C47985-E17D-4066-AF2F-2C2F588E94DC}"/>
              </a:ext>
            </a:extLst>
          </p:cNvPr>
          <p:cNvCxnSpPr>
            <a:cxnSpLocks/>
          </p:cNvCxnSpPr>
          <p:nvPr/>
        </p:nvCxnSpPr>
        <p:spPr>
          <a:xfrm flipV="1">
            <a:off x="10745185" y="1174750"/>
            <a:ext cx="0" cy="48981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B1115F06-3A78-4F97-9B8B-878E06971E4A}"/>
              </a:ext>
            </a:extLst>
          </p:cNvPr>
          <p:cNvSpPr/>
          <p:nvPr/>
        </p:nvSpPr>
        <p:spPr>
          <a:xfrm>
            <a:off x="10745185" y="5780332"/>
            <a:ext cx="819134" cy="747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Wall</a:t>
            </a:r>
            <a:br>
              <a:rPr lang="en-US" dirty="0"/>
            </a:br>
            <a:r>
              <a:rPr lang="en-US" dirty="0"/>
              <a:t>Outlet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BD79C0CA-22A1-4844-B7BB-EFD15D26E54F}"/>
              </a:ext>
            </a:extLst>
          </p:cNvPr>
          <p:cNvSpPr/>
          <p:nvPr/>
        </p:nvSpPr>
        <p:spPr>
          <a:xfrm>
            <a:off x="7855184" y="1566815"/>
            <a:ext cx="683490" cy="775125"/>
          </a:xfrm>
          <a:custGeom>
            <a:avLst/>
            <a:gdLst>
              <a:gd name="connsiteX0" fmla="*/ 0 w 819150"/>
              <a:gd name="connsiteY0" fmla="*/ 0 h 857250"/>
              <a:gd name="connsiteX1" fmla="*/ 152400 w 819150"/>
              <a:gd name="connsiteY1" fmla="*/ 0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819150"/>
              <a:gd name="connsiteY0" fmla="*/ 0 h 857250"/>
              <a:gd name="connsiteX1" fmla="*/ 160735 w 819150"/>
              <a:gd name="connsiteY1" fmla="*/ 25003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819150"/>
              <a:gd name="connsiteY0" fmla="*/ 0 h 857250"/>
              <a:gd name="connsiteX1" fmla="*/ 150019 w 819150"/>
              <a:gd name="connsiteY1" fmla="*/ 23813 h 857250"/>
              <a:gd name="connsiteX2" fmla="*/ 152400 w 819150"/>
              <a:gd name="connsiteY2" fmla="*/ 857250 h 857250"/>
              <a:gd name="connsiteX3" fmla="*/ 731520 w 819150"/>
              <a:gd name="connsiteY3" fmla="*/ 857250 h 857250"/>
              <a:gd name="connsiteX4" fmla="*/ 731520 w 819150"/>
              <a:gd name="connsiteY4" fmla="*/ 11430 h 857250"/>
              <a:gd name="connsiteX5" fmla="*/ 819150 w 819150"/>
              <a:gd name="connsiteY5" fmla="*/ 11430 h 857250"/>
              <a:gd name="connsiteX0" fmla="*/ 0 w 782240"/>
              <a:gd name="connsiteY0" fmla="*/ 6430 h 845820"/>
              <a:gd name="connsiteX1" fmla="*/ 113109 w 782240"/>
              <a:gd name="connsiteY1" fmla="*/ 12383 h 845820"/>
              <a:gd name="connsiteX2" fmla="*/ 115490 w 782240"/>
              <a:gd name="connsiteY2" fmla="*/ 845820 h 845820"/>
              <a:gd name="connsiteX3" fmla="*/ 694610 w 782240"/>
              <a:gd name="connsiteY3" fmla="*/ 845820 h 845820"/>
              <a:gd name="connsiteX4" fmla="*/ 694610 w 782240"/>
              <a:gd name="connsiteY4" fmla="*/ 0 h 845820"/>
              <a:gd name="connsiteX5" fmla="*/ 782240 w 782240"/>
              <a:gd name="connsiteY5" fmla="*/ 0 h 845820"/>
              <a:gd name="connsiteX0" fmla="*/ 0 w 782240"/>
              <a:gd name="connsiteY0" fmla="*/ 13573 h 845820"/>
              <a:gd name="connsiteX1" fmla="*/ 113109 w 782240"/>
              <a:gd name="connsiteY1" fmla="*/ 12383 h 845820"/>
              <a:gd name="connsiteX2" fmla="*/ 115490 w 782240"/>
              <a:gd name="connsiteY2" fmla="*/ 845820 h 845820"/>
              <a:gd name="connsiteX3" fmla="*/ 694610 w 782240"/>
              <a:gd name="connsiteY3" fmla="*/ 845820 h 845820"/>
              <a:gd name="connsiteX4" fmla="*/ 694610 w 782240"/>
              <a:gd name="connsiteY4" fmla="*/ 0 h 845820"/>
              <a:gd name="connsiteX5" fmla="*/ 782240 w 782240"/>
              <a:gd name="connsiteY5" fmla="*/ 0 h 845820"/>
              <a:gd name="connsiteX0" fmla="*/ 0 w 782240"/>
              <a:gd name="connsiteY0" fmla="*/ 23811 h 856058"/>
              <a:gd name="connsiteX1" fmla="*/ 110728 w 782240"/>
              <a:gd name="connsiteY1" fmla="*/ 0 h 856058"/>
              <a:gd name="connsiteX2" fmla="*/ 115490 w 782240"/>
              <a:gd name="connsiteY2" fmla="*/ 856058 h 856058"/>
              <a:gd name="connsiteX3" fmla="*/ 694610 w 782240"/>
              <a:gd name="connsiteY3" fmla="*/ 856058 h 856058"/>
              <a:gd name="connsiteX4" fmla="*/ 694610 w 782240"/>
              <a:gd name="connsiteY4" fmla="*/ 10238 h 856058"/>
              <a:gd name="connsiteX5" fmla="*/ 782240 w 782240"/>
              <a:gd name="connsiteY5" fmla="*/ 10238 h 856058"/>
              <a:gd name="connsiteX0" fmla="*/ 0 w 760809"/>
              <a:gd name="connsiteY0" fmla="*/ 8333 h 856058"/>
              <a:gd name="connsiteX1" fmla="*/ 89297 w 760809"/>
              <a:gd name="connsiteY1" fmla="*/ 0 h 856058"/>
              <a:gd name="connsiteX2" fmla="*/ 94059 w 760809"/>
              <a:gd name="connsiteY2" fmla="*/ 856058 h 856058"/>
              <a:gd name="connsiteX3" fmla="*/ 673179 w 760809"/>
              <a:gd name="connsiteY3" fmla="*/ 856058 h 856058"/>
              <a:gd name="connsiteX4" fmla="*/ 673179 w 760809"/>
              <a:gd name="connsiteY4" fmla="*/ 10238 h 856058"/>
              <a:gd name="connsiteX5" fmla="*/ 760809 w 760809"/>
              <a:gd name="connsiteY5" fmla="*/ 10238 h 856058"/>
              <a:gd name="connsiteX0" fmla="*/ 0 w 752474"/>
              <a:gd name="connsiteY0" fmla="*/ 0 h 862013"/>
              <a:gd name="connsiteX1" fmla="*/ 80962 w 752474"/>
              <a:gd name="connsiteY1" fmla="*/ 5955 h 862013"/>
              <a:gd name="connsiteX2" fmla="*/ 85724 w 752474"/>
              <a:gd name="connsiteY2" fmla="*/ 862013 h 862013"/>
              <a:gd name="connsiteX3" fmla="*/ 664844 w 752474"/>
              <a:gd name="connsiteY3" fmla="*/ 862013 h 862013"/>
              <a:gd name="connsiteX4" fmla="*/ 664844 w 752474"/>
              <a:gd name="connsiteY4" fmla="*/ 16193 h 862013"/>
              <a:gd name="connsiteX5" fmla="*/ 752474 w 752474"/>
              <a:gd name="connsiteY5" fmla="*/ 16193 h 862013"/>
              <a:gd name="connsiteX0" fmla="*/ 0 w 754855"/>
              <a:gd name="connsiteY0" fmla="*/ 1188 h 856058"/>
              <a:gd name="connsiteX1" fmla="*/ 83343 w 754855"/>
              <a:gd name="connsiteY1" fmla="*/ 0 h 856058"/>
              <a:gd name="connsiteX2" fmla="*/ 88105 w 754855"/>
              <a:gd name="connsiteY2" fmla="*/ 856058 h 856058"/>
              <a:gd name="connsiteX3" fmla="*/ 667225 w 754855"/>
              <a:gd name="connsiteY3" fmla="*/ 856058 h 856058"/>
              <a:gd name="connsiteX4" fmla="*/ 667225 w 754855"/>
              <a:gd name="connsiteY4" fmla="*/ 10238 h 856058"/>
              <a:gd name="connsiteX5" fmla="*/ 754855 w 754855"/>
              <a:gd name="connsiteY5" fmla="*/ 10238 h 8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4855" h="856058">
                <a:moveTo>
                  <a:pt x="0" y="1188"/>
                </a:moveTo>
                <a:lnTo>
                  <a:pt x="83343" y="0"/>
                </a:lnTo>
                <a:cubicBezTo>
                  <a:pt x="80565" y="277416"/>
                  <a:pt x="90883" y="578642"/>
                  <a:pt x="88105" y="856058"/>
                </a:cubicBezTo>
                <a:lnTo>
                  <a:pt x="667225" y="856058"/>
                </a:lnTo>
                <a:lnTo>
                  <a:pt x="667225" y="10238"/>
                </a:lnTo>
                <a:lnTo>
                  <a:pt x="754855" y="10238"/>
                </a:ln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49D068D-81D9-4930-AEA6-81F03BDEED14}"/>
              </a:ext>
            </a:extLst>
          </p:cNvPr>
          <p:cNvCxnSpPr>
            <a:cxnSpLocks/>
          </p:cNvCxnSpPr>
          <p:nvPr/>
        </p:nvCxnSpPr>
        <p:spPr>
          <a:xfrm flipV="1">
            <a:off x="7893418" y="1321513"/>
            <a:ext cx="0" cy="3183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6C8198-21E8-4B78-B235-42B842A045B0}"/>
              </a:ext>
            </a:extLst>
          </p:cNvPr>
          <p:cNvCxnSpPr>
            <a:cxnSpLocks/>
          </p:cNvCxnSpPr>
          <p:nvPr/>
        </p:nvCxnSpPr>
        <p:spPr>
          <a:xfrm flipV="1">
            <a:off x="8505767" y="1327984"/>
            <a:ext cx="0" cy="3183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EF3DF25-29E4-4FF3-9527-33840300F13B}"/>
              </a:ext>
            </a:extLst>
          </p:cNvPr>
          <p:cNvCxnSpPr/>
          <p:nvPr/>
        </p:nvCxnSpPr>
        <p:spPr>
          <a:xfrm flipV="1">
            <a:off x="8505767" y="1001814"/>
            <a:ext cx="0" cy="319699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4663A30-19A5-4F4E-98C3-F737E139932C}"/>
              </a:ext>
            </a:extLst>
          </p:cNvPr>
          <p:cNvCxnSpPr/>
          <p:nvPr/>
        </p:nvCxnSpPr>
        <p:spPr>
          <a:xfrm flipV="1">
            <a:off x="7893418" y="985491"/>
            <a:ext cx="0" cy="319699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802400BF-75E9-4D1B-9A07-BDCDF83A7C06}"/>
              </a:ext>
            </a:extLst>
          </p:cNvPr>
          <p:cNvSpPr/>
          <p:nvPr/>
        </p:nvSpPr>
        <p:spPr>
          <a:xfrm>
            <a:off x="7143128" y="1047104"/>
            <a:ext cx="748253" cy="4737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Fixturing</a:t>
            </a:r>
            <a:b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Cable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D50F659-9560-4644-8970-3495D2A0FC57}"/>
              </a:ext>
            </a:extLst>
          </p:cNvPr>
          <p:cNvSpPr/>
          <p:nvPr/>
        </p:nvSpPr>
        <p:spPr>
          <a:xfrm>
            <a:off x="7891381" y="351374"/>
            <a:ext cx="704651" cy="3344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322236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44AECC-3402-4A5E-9E36-B7D2D2ACDE8B}"/>
              </a:ext>
            </a:extLst>
          </p:cNvPr>
          <p:cNvSpPr/>
          <p:nvPr/>
        </p:nvSpPr>
        <p:spPr>
          <a:xfrm>
            <a:off x="3435350" y="1377950"/>
            <a:ext cx="184150" cy="258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1606E6-F825-473A-8E2E-5DE19E946795}"/>
              </a:ext>
            </a:extLst>
          </p:cNvPr>
          <p:cNvSpPr/>
          <p:nvPr/>
        </p:nvSpPr>
        <p:spPr>
          <a:xfrm>
            <a:off x="3854450" y="2520950"/>
            <a:ext cx="184150" cy="258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82BD9-0FD1-477C-ACCF-705EE5F7AF58}"/>
              </a:ext>
            </a:extLst>
          </p:cNvPr>
          <p:cNvSpPr/>
          <p:nvPr/>
        </p:nvSpPr>
        <p:spPr>
          <a:xfrm>
            <a:off x="5270500" y="2520950"/>
            <a:ext cx="184150" cy="258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7FB853-A6E1-493C-9EA8-3A10CB8094CC}"/>
              </a:ext>
            </a:extLst>
          </p:cNvPr>
          <p:cNvSpPr/>
          <p:nvPr/>
        </p:nvSpPr>
        <p:spPr>
          <a:xfrm>
            <a:off x="4733925" y="1377950"/>
            <a:ext cx="184150" cy="258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8FC599-D42E-4666-B936-1D5ED2A4455E}"/>
              </a:ext>
            </a:extLst>
          </p:cNvPr>
          <p:cNvCxnSpPr>
            <a:cxnSpLocks/>
          </p:cNvCxnSpPr>
          <p:nvPr/>
        </p:nvCxnSpPr>
        <p:spPr>
          <a:xfrm>
            <a:off x="3343275" y="3529445"/>
            <a:ext cx="768773" cy="20966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F7D48F-0416-48E4-A95C-A30A3D2E8453}"/>
              </a:ext>
            </a:extLst>
          </p:cNvPr>
          <p:cNvCxnSpPr>
            <a:cxnSpLocks/>
          </p:cNvCxnSpPr>
          <p:nvPr/>
        </p:nvCxnSpPr>
        <p:spPr>
          <a:xfrm>
            <a:off x="3321050" y="5105400"/>
            <a:ext cx="26924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983012-4C1C-4E45-A971-1CEB489B57F8}"/>
              </a:ext>
            </a:extLst>
          </p:cNvPr>
          <p:cNvCxnSpPr>
            <a:cxnSpLocks/>
          </p:cNvCxnSpPr>
          <p:nvPr/>
        </p:nvCxnSpPr>
        <p:spPr>
          <a:xfrm>
            <a:off x="2933700" y="3962400"/>
            <a:ext cx="26289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031FCD-9053-4EAB-B6BC-DE59987D430B}"/>
              </a:ext>
            </a:extLst>
          </p:cNvPr>
          <p:cNvCxnSpPr>
            <a:cxnSpLocks/>
          </p:cNvCxnSpPr>
          <p:nvPr/>
        </p:nvCxnSpPr>
        <p:spPr>
          <a:xfrm>
            <a:off x="4623223" y="3530449"/>
            <a:ext cx="956963" cy="203850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0A1BB0-4AD7-413E-AD68-53B5C11DFCC2}"/>
              </a:ext>
            </a:extLst>
          </p:cNvPr>
          <p:cNvCxnSpPr/>
          <p:nvPr/>
        </p:nvCxnSpPr>
        <p:spPr>
          <a:xfrm>
            <a:off x="3527425" y="1460499"/>
            <a:ext cx="4191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3872AC-F22F-4B61-BC73-DBFCE29EAE91}"/>
              </a:ext>
            </a:extLst>
          </p:cNvPr>
          <p:cNvCxnSpPr/>
          <p:nvPr/>
        </p:nvCxnSpPr>
        <p:spPr>
          <a:xfrm>
            <a:off x="3946525" y="2603500"/>
            <a:ext cx="14160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4FD519-FFCC-437C-B9A3-2FA416B67631}"/>
              </a:ext>
            </a:extLst>
          </p:cNvPr>
          <p:cNvCxnSpPr/>
          <p:nvPr/>
        </p:nvCxnSpPr>
        <p:spPr>
          <a:xfrm>
            <a:off x="3527425" y="1460500"/>
            <a:ext cx="129857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783B59-8398-4F40-B723-D1D38F5FFD00}"/>
              </a:ext>
            </a:extLst>
          </p:cNvPr>
          <p:cNvCxnSpPr/>
          <p:nvPr/>
        </p:nvCxnSpPr>
        <p:spPr>
          <a:xfrm>
            <a:off x="4826000" y="1460500"/>
            <a:ext cx="536575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EED4D5-B2CD-4D82-B241-1C0CDDBE015F}"/>
              </a:ext>
            </a:extLst>
          </p:cNvPr>
          <p:cNvSpPr txBox="1"/>
          <p:nvPr/>
        </p:nvSpPr>
        <p:spPr>
          <a:xfrm>
            <a:off x="7296150" y="1676400"/>
            <a:ext cx="213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 corners to stabilize</a:t>
            </a:r>
          </a:p>
          <a:p>
            <a:endParaRPr lang="en-US" dirty="0"/>
          </a:p>
          <a:p>
            <a:r>
              <a:rPr lang="en-US" dirty="0"/>
              <a:t>8 shorter sections</a:t>
            </a:r>
          </a:p>
          <a:p>
            <a:r>
              <a:rPr lang="en-US" dirty="0"/>
              <a:t>4 long sections</a:t>
            </a:r>
          </a:p>
          <a:p>
            <a:endParaRPr lang="en-US" dirty="0"/>
          </a:p>
          <a:p>
            <a:r>
              <a:rPr lang="en-US" dirty="0"/>
              <a:t>4 floor mounts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C1F7984-F1F4-4D19-B6A6-FD3066064BEE}"/>
              </a:ext>
            </a:extLst>
          </p:cNvPr>
          <p:cNvCxnSpPr/>
          <p:nvPr/>
        </p:nvCxnSpPr>
        <p:spPr>
          <a:xfrm flipV="1">
            <a:off x="2933700" y="3552825"/>
            <a:ext cx="409575" cy="40957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AF1C6E-BBA2-44F7-8BE6-0F3B84E01A20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3327400" y="1377950"/>
            <a:ext cx="200025" cy="217487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7FFC75-62CE-4E7A-A00E-E30357E74E7A}"/>
              </a:ext>
            </a:extLst>
          </p:cNvPr>
          <p:cNvCxnSpPr>
            <a:cxnSpLocks/>
          </p:cNvCxnSpPr>
          <p:nvPr/>
        </p:nvCxnSpPr>
        <p:spPr>
          <a:xfrm>
            <a:off x="3322637" y="5141338"/>
            <a:ext cx="789411" cy="48476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658A90-7366-4714-9321-0795E3906A20}"/>
              </a:ext>
            </a:extLst>
          </p:cNvPr>
          <p:cNvCxnSpPr>
            <a:cxnSpLocks/>
          </p:cNvCxnSpPr>
          <p:nvPr/>
        </p:nvCxnSpPr>
        <p:spPr>
          <a:xfrm flipV="1">
            <a:off x="3343275" y="2529390"/>
            <a:ext cx="584200" cy="257600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27DA91-E6A9-4B7D-AE19-CBC64B7DF80D}"/>
              </a:ext>
            </a:extLst>
          </p:cNvPr>
          <p:cNvCxnSpPr>
            <a:cxnSpLocks/>
          </p:cNvCxnSpPr>
          <p:nvPr/>
        </p:nvCxnSpPr>
        <p:spPr>
          <a:xfrm flipH="1" flipV="1">
            <a:off x="3948113" y="2585535"/>
            <a:ext cx="145194" cy="307650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7219110-B57F-40F6-A6A1-1194D7A6ED50}"/>
              </a:ext>
            </a:extLst>
          </p:cNvPr>
          <p:cNvCxnSpPr>
            <a:cxnSpLocks/>
          </p:cNvCxnSpPr>
          <p:nvPr/>
        </p:nvCxnSpPr>
        <p:spPr>
          <a:xfrm flipV="1">
            <a:off x="2984500" y="1350351"/>
            <a:ext cx="542925" cy="262048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2A7EFF2-693A-4FDB-AD9F-61EE1424F08D}"/>
              </a:ext>
            </a:extLst>
          </p:cNvPr>
          <p:cNvCxnSpPr>
            <a:cxnSpLocks/>
          </p:cNvCxnSpPr>
          <p:nvPr/>
        </p:nvCxnSpPr>
        <p:spPr>
          <a:xfrm flipH="1" flipV="1">
            <a:off x="5436028" y="2660595"/>
            <a:ext cx="153987" cy="29083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3B729E1-42A2-4127-A41B-E692691FE6E4}"/>
              </a:ext>
            </a:extLst>
          </p:cNvPr>
          <p:cNvCxnSpPr>
            <a:cxnSpLocks/>
            <a:endCxn id="6" idx="0"/>
          </p:cNvCxnSpPr>
          <p:nvPr/>
        </p:nvCxnSpPr>
        <p:spPr>
          <a:xfrm flipH="1" flipV="1">
            <a:off x="5362575" y="2520950"/>
            <a:ext cx="619920" cy="2584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783EBF2-4F08-48B9-9350-D6B1AFC93980}"/>
              </a:ext>
            </a:extLst>
          </p:cNvPr>
          <p:cNvCxnSpPr>
            <a:cxnSpLocks/>
          </p:cNvCxnSpPr>
          <p:nvPr/>
        </p:nvCxnSpPr>
        <p:spPr>
          <a:xfrm flipV="1">
            <a:off x="5562600" y="5087434"/>
            <a:ext cx="450850" cy="42754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D00AD30-8D7A-42BC-933C-992D7C874677}"/>
              </a:ext>
            </a:extLst>
          </p:cNvPr>
          <p:cNvCxnSpPr>
            <a:cxnSpLocks/>
          </p:cNvCxnSpPr>
          <p:nvPr/>
        </p:nvCxnSpPr>
        <p:spPr>
          <a:xfrm>
            <a:off x="4622800" y="3529445"/>
            <a:ext cx="934245" cy="4044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B57868F-2A0D-4728-B20B-E57625CA5CAC}"/>
              </a:ext>
            </a:extLst>
          </p:cNvPr>
          <p:cNvCxnSpPr>
            <a:cxnSpLocks/>
            <a:endCxn id="7" idx="0"/>
          </p:cNvCxnSpPr>
          <p:nvPr/>
        </p:nvCxnSpPr>
        <p:spPr>
          <a:xfrm flipV="1">
            <a:off x="4623594" y="1377950"/>
            <a:ext cx="202406" cy="222996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473513D-C0BF-48CE-8C36-06F31D6D3DAB}"/>
              </a:ext>
            </a:extLst>
          </p:cNvPr>
          <p:cNvCxnSpPr>
            <a:cxnSpLocks/>
            <a:endCxn id="7" idx="0"/>
          </p:cNvCxnSpPr>
          <p:nvPr/>
        </p:nvCxnSpPr>
        <p:spPr>
          <a:xfrm flipH="1" flipV="1">
            <a:off x="4826000" y="1377950"/>
            <a:ext cx="559228" cy="25426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68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32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Sterling Baird</dc:creator>
  <cp:lastModifiedBy>Sterling Baird</cp:lastModifiedBy>
  <cp:revision>7</cp:revision>
  <dcterms:created xsi:type="dcterms:W3CDTF">2019-11-08T22:09:51Z</dcterms:created>
  <dcterms:modified xsi:type="dcterms:W3CDTF">2020-09-08T21:44:43Z</dcterms:modified>
</cp:coreProperties>
</file>