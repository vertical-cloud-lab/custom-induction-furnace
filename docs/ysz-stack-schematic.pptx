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8686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77440" y="6720840"/>
            <a:ext cx="1280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31720" y="7086600"/>
            <a:ext cx="13716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88920" y="3813048"/>
            <a:ext cx="457200" cy="363931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51460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52044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658368"/>
            <a:ext cx="100584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1460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14600" y="43891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~35 mm (tube ID)</a:t>
            </a:r>
          </a:p>
        </p:txBody>
      </p:sp>
      <p:sp>
        <p:nvSpPr>
          <p:cNvPr id="11" name="Oval 10"/>
          <p:cNvSpPr/>
          <p:nvPr/>
        </p:nvSpPr>
        <p:spPr>
          <a:xfrm>
            <a:off x="21854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570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854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70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854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70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854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70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5184" y="2935224"/>
            <a:ext cx="804672" cy="87782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615184" y="4023360"/>
            <a:ext cx="80467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615184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19856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15184" y="4078224"/>
            <a:ext cx="8046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28 mm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1664208"/>
            <a:ext cx="73152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70048" y="2212848"/>
            <a:ext cx="694944" cy="64008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2276856"/>
            <a:ext cx="73152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2651760" y="1481328"/>
            <a:ext cx="73152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5176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8328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651760" y="1261872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25.5 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1856231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523744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" y="932688"/>
            <a:ext cx="1920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94560" y="1051560"/>
            <a:ext cx="292608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60120" y="2313432"/>
            <a:ext cx="9601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Induction Coil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56816" y="243230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315968" y="2148840"/>
            <a:ext cx="1097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YSZ Specimen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3383280" y="2244852"/>
            <a:ext cx="8961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15968" y="3182112"/>
            <a:ext cx="18288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BN Heat-Dissipation Stub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456432" y="3291840"/>
            <a:ext cx="822960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315968" y="4846320"/>
            <a:ext cx="14630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Alumina Support Rod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3282696" y="4956048"/>
            <a:ext cx="9966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315968" y="6766560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694176" y="6876288"/>
            <a:ext cx="58521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15968" y="7242048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3739896" y="7342631"/>
            <a:ext cx="5394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