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77440" y="6720840"/>
            <a:ext cx="128016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31720" y="7086600"/>
            <a:ext cx="1371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13048"/>
            <a:ext cx="457200" cy="363931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514600" y="868680"/>
            <a:ext cx="0" cy="5852160"/>
          </a:xfrm>
          <a:prstGeom prst="line">
            <a:avLst/>
          </a:prstGeom>
          <a:ln w="254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20440" y="868680"/>
            <a:ext cx="0" cy="5852160"/>
          </a:xfrm>
          <a:prstGeom prst="line">
            <a:avLst/>
          </a:prstGeom>
          <a:ln w="254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658368"/>
            <a:ext cx="100584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612647"/>
            <a:ext cx="0" cy="9144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612647"/>
            <a:ext cx="0" cy="9144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14600" y="438912"/>
            <a:ext cx="1005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/>
              <a:t>~35 mm (tube ID)</a:t>
            </a:r>
          </a:p>
        </p:txBody>
      </p:sp>
      <p:sp>
        <p:nvSpPr>
          <p:cNvPr id="11" name="Oval 10"/>
          <p:cNvSpPr/>
          <p:nvPr/>
        </p:nvSpPr>
        <p:spPr>
          <a:xfrm>
            <a:off x="2185416" y="1545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7016" y="1545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85416" y="191109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7016" y="191109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85416" y="22768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57016" y="22768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85416" y="264261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57016" y="2642615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2825496"/>
            <a:ext cx="91440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5184" y="2825496"/>
            <a:ext cx="80467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615184" y="3611880"/>
            <a:ext cx="80467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15184" y="3566160"/>
            <a:ext cx="0" cy="9144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19856" y="3566160"/>
            <a:ext cx="0" cy="9144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15184" y="3392424"/>
            <a:ext cx="804672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/>
              <a:t>28 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1664208"/>
            <a:ext cx="731520" cy="548640"/>
          </a:xfrm>
          <a:prstGeom prst="rect">
            <a:avLst/>
          </a:prstGeom>
          <a:solidFill>
            <a:srgbClr val="D9D9D9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70048" y="2212848"/>
            <a:ext cx="694944" cy="64008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51760" y="2276856"/>
            <a:ext cx="73152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651760" y="1481328"/>
            <a:ext cx="73152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51760" y="1435608"/>
            <a:ext cx="0" cy="9144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3280" y="1435608"/>
            <a:ext cx="0" cy="9144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51760" y="1261872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/>
              <a:t>25.5 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1856231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/>
              <a:t>Tantalum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2523744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/>
              <a:t>Tantalum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932688"/>
            <a:ext cx="1920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/>
              <a:t>Quartz Tube (Vacuum Chamber)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94560" y="1051560"/>
            <a:ext cx="292608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0120" y="2313432"/>
            <a:ext cx="9601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/>
              <a:t>Induction Coil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56816" y="2432304"/>
            <a:ext cx="210312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15968" y="2148840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YSZ Specimen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383280" y="2244852"/>
            <a:ext cx="896112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5968" y="3182112"/>
            <a:ext cx="10972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MgO Crucible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511296" y="3291840"/>
            <a:ext cx="768096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315968" y="4846320"/>
            <a:ext cx="14630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Alumina Support Rod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282696" y="4956048"/>
            <a:ext cx="996696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315968" y="6766560"/>
            <a:ext cx="9144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KF40 Fitting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694176" y="6876288"/>
            <a:ext cx="585216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315968" y="7242048"/>
            <a:ext cx="9144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/>
              <a:t>KF40 Cross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3739896" y="7342631"/>
            <a:ext cx="539496" cy="0"/>
          </a:xfrm>
          <a:prstGeom prst="line">
            <a:avLst/>
          </a:prstGeom>
          <a:ln w="1270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