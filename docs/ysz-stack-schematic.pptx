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8686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77440" y="6720840"/>
            <a:ext cx="1280160" cy="320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31720" y="7086600"/>
            <a:ext cx="13716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97480" y="6537960"/>
            <a:ext cx="6400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88920" y="3813048"/>
            <a:ext cx="457200" cy="272491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916936" y="3858768"/>
            <a:ext cx="0" cy="2633472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118104" y="3858768"/>
            <a:ext cx="0" cy="2633472"/>
          </a:xfrm>
          <a:prstGeom prst="line">
            <a:avLst/>
          </a:prstGeom>
          <a:ln w="9525">
            <a:solidFill>
              <a:srgbClr val="0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747772" y="42565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04972" y="42565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47772" y="49423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04972" y="49423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47772" y="56281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04972" y="56281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47772" y="63139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4972" y="6313932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51460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868680"/>
            <a:ext cx="0" cy="585216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14600" y="658368"/>
            <a:ext cx="100584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1460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20440" y="612647"/>
            <a:ext cx="0" cy="91441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514600" y="43891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~35 mm (tube ID)</a:t>
            </a:r>
          </a:p>
        </p:txBody>
      </p:sp>
      <p:sp>
        <p:nvSpPr>
          <p:cNvPr id="22" name="Oval 21"/>
          <p:cNvSpPr/>
          <p:nvPr/>
        </p:nvSpPr>
        <p:spPr>
          <a:xfrm>
            <a:off x="21854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7016" y="1545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854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7016" y="191109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854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7016" y="22768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854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57016" y="264261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15184" y="2935224"/>
            <a:ext cx="804672" cy="87782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615184" y="4023360"/>
            <a:ext cx="80467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15184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19856" y="3977640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615184" y="4078224"/>
            <a:ext cx="8046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28 mm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1664208"/>
            <a:ext cx="731520" cy="548640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70048" y="2212848"/>
            <a:ext cx="694944" cy="64008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51760" y="2276856"/>
            <a:ext cx="731520" cy="658368"/>
          </a:xfrm>
          <a:prstGeom prst="rect">
            <a:avLst/>
          </a:prstGeom>
          <a:solidFill>
            <a:srgbClr val="D9D9D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51760" y="1481328"/>
            <a:ext cx="731520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5176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83280" y="1435608"/>
            <a:ext cx="0" cy="9144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651760" y="1261872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25.5 mm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1856231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2523744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/>
              <a:t>Tantalum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" y="932688"/>
            <a:ext cx="1920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194560" y="1051560"/>
            <a:ext cx="292608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60120" y="2313432"/>
            <a:ext cx="9601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Induction Coil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956816" y="243230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315968" y="2148840"/>
            <a:ext cx="1097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YSZ Specimen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3383280" y="2244852"/>
            <a:ext cx="8961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315968" y="3182112"/>
            <a:ext cx="18288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BN Diffusion Barrier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3456432" y="3291840"/>
            <a:ext cx="822960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315968" y="4773168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Alumina Support Tube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5968" y="4974336"/>
            <a:ext cx="17373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/>
              <a:t>(lateral evacuation holes)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3282696" y="4882896"/>
            <a:ext cx="9966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15968" y="6355080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Teflon Tube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3310128" y="6464808"/>
            <a:ext cx="969264" cy="192024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315968" y="6766560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694176" y="6876288"/>
            <a:ext cx="58521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315968" y="7242048"/>
            <a:ext cx="91440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3739896" y="7342631"/>
            <a:ext cx="53949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